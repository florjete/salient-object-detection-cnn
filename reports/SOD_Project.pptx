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71" r:id="rId4"/>
    <p:sldMasterId id="2147483752" r:id="rId5"/>
    <p:sldMasterId id="2147483821" r:id="rId6"/>
  </p:sldMasterIdLst>
  <p:notesMasterIdLst>
    <p:notesMasterId r:id="rId14"/>
  </p:notesMasterIdLst>
  <p:handoutMasterIdLst>
    <p:handoutMasterId r:id="rId15"/>
  </p:handoutMasterIdLst>
  <p:sldIdLst>
    <p:sldId id="262" r:id="rId7"/>
    <p:sldId id="304" r:id="rId8"/>
    <p:sldId id="258" r:id="rId9"/>
    <p:sldId id="349" r:id="rId10"/>
    <p:sldId id="350" r:id="rId11"/>
    <p:sldId id="352" r:id="rId12"/>
    <p:sldId id="30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73EB"/>
    <a:srgbClr val="262B26"/>
    <a:srgbClr val="4C574C"/>
    <a:srgbClr val="66604E"/>
    <a:srgbClr val="494949"/>
    <a:srgbClr val="525548"/>
    <a:srgbClr val="3E4036"/>
    <a:srgbClr val="262B27"/>
    <a:srgbClr val="202320"/>
    <a:srgbClr val="333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4564"/>
  </p:normalViewPr>
  <p:slideViewPr>
    <p:cSldViewPr snapToGrid="0">
      <p:cViewPr>
        <p:scale>
          <a:sx n="50" d="100"/>
          <a:sy n="50" d="100"/>
        </p:scale>
        <p:origin x="1244" y="23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AFF942-DFCB-8830-9ACE-094A81198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9A2309C-E2F7-8E21-2087-3F79B925DF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D73871-A89C-4923-A50E-D2ECEA295AFB}" type="datetimeFigureOut">
              <a:rPr lang="en-IN" smtClean="0"/>
              <a:t>08-05-2026</a:t>
            </a:fld>
            <a:endParaRPr lang="en-IN"/>
          </a:p>
        </p:txBody>
      </p:sp>
      <p:sp>
        <p:nvSpPr>
          <p:cNvPr id="4" name="Footer Placeholder 3">
            <a:extLst>
              <a:ext uri="{FF2B5EF4-FFF2-40B4-BE49-F238E27FC236}">
                <a16:creationId xmlns:a16="http://schemas.microsoft.com/office/drawing/2014/main" id="{62D2C05B-A738-6611-6D49-285704E66E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IN"/>
          </a:p>
        </p:txBody>
      </p:sp>
      <p:sp>
        <p:nvSpPr>
          <p:cNvPr id="5" name="Slide Number Placeholder 4">
            <a:extLst>
              <a:ext uri="{FF2B5EF4-FFF2-40B4-BE49-F238E27FC236}">
                <a16:creationId xmlns:a16="http://schemas.microsoft.com/office/drawing/2014/main" id="{C2CBA30E-90E5-5CA9-99D3-F61A22265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2880E-790E-4CF7-A789-ECC92F40E95D}" type="slidenum">
              <a:rPr lang="en-IN" smtClean="0"/>
              <a:t>‹#›</a:t>
            </a:fld>
            <a:endParaRPr lang="en-IN"/>
          </a:p>
        </p:txBody>
      </p:sp>
    </p:spTree>
    <p:extLst>
      <p:ext uri="{BB962C8B-B14F-4D97-AF65-F5344CB8AC3E}">
        <p14:creationId xmlns:p14="http://schemas.microsoft.com/office/powerpoint/2010/main" val="38115870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734B9-555B-B849-9C8D-8A1E8B6E136E}" type="datetimeFigureOut">
              <a:rPr lang="en-GB" smtClean="0"/>
              <a:t>08/05/2026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9FFD3E-1587-764D-BD19-EA0F1A2804F6}" type="slidenum">
              <a:rPr lang="en-GB" smtClean="0"/>
              <a:t>‹#›</a:t>
            </a:fld>
            <a:endParaRPr lang="en-GB"/>
          </a:p>
        </p:txBody>
      </p:sp>
    </p:spTree>
    <p:extLst>
      <p:ext uri="{BB962C8B-B14F-4D97-AF65-F5344CB8AC3E}">
        <p14:creationId xmlns:p14="http://schemas.microsoft.com/office/powerpoint/2010/main" val="358534856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 Target="../slides/slide5.xm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 Target="../slides/slide5.xml"/><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image" Target="../media/image2.svg"/><Relationship Id="rId1" Type="http://schemas.openxmlformats.org/officeDocument/2006/relationships/slideMaster" Target="../slideMasters/slideMaster3.xml"/><Relationship Id="rId5" Type="http://schemas.openxmlformats.org/officeDocument/2006/relationships/image" Target="../media/image1.png"/><Relationship Id="rId4"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5/8/2026</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0270654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5/8/2026</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93565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5/8/2026</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14336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5/8/2026</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913280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5/8/2026</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856940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5/8/2026</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1177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5/8/2026</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896545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5/8/2026</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48333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5/8/2026</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06890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5/8/2026</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303586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5/8/2026</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081163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
        <p:nvSpPr>
          <p:cNvPr id="6" name="Google Shape;21;p33">
            <a:extLst>
              <a:ext uri="{FF2B5EF4-FFF2-40B4-BE49-F238E27FC236}">
                <a16:creationId xmlns:a16="http://schemas.microsoft.com/office/drawing/2014/main" id="{A49585B3-35BC-8996-1ED1-14311B3BFE82}"/>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8074981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8" name="Picture Placeholder 7">
            <a:extLst>
              <a:ext uri="{FF2B5EF4-FFF2-40B4-BE49-F238E27FC236}">
                <a16:creationId xmlns:a16="http://schemas.microsoft.com/office/drawing/2014/main" id="{AC849FFF-65F3-85CF-B3DF-624622CC1D1F}"/>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579967"/>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dirty="0">
                <a:solidFill>
                  <a:schemeClr val="bg1"/>
                </a:solidFill>
                <a:latin typeface="Funnel Sans" pitchFamily="2" charset="0"/>
                <a:sym typeface="Georgia"/>
              </a:rPr>
              <a:t>Title Slide</a:t>
            </a:r>
            <a:endParaRPr dirty="0"/>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484154"/>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385336"/>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788204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0" name="Google Shape;21;p33">
            <a:extLst>
              <a:ext uri="{FF2B5EF4-FFF2-40B4-BE49-F238E27FC236}">
                <a16:creationId xmlns:a16="http://schemas.microsoft.com/office/drawing/2014/main" id="{4F1D0F46-507B-8710-6651-EFCE6B7CB61E}"/>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F591AD48-8FBC-318B-49FA-FE9A73E20A0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1428515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reak 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782AB7-F991-DB56-558C-B246AABA84E3}"/>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4" name="Google Shape;41;p28">
            <a:extLst>
              <a:ext uri="{FF2B5EF4-FFF2-40B4-BE49-F238E27FC236}">
                <a16:creationId xmlns:a16="http://schemas.microsoft.com/office/drawing/2014/main" id="{E0A28E8E-74E7-8041-0258-301147A1B7AF}"/>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15" name="Google Shape;24;p26">
            <a:extLst>
              <a:ext uri="{FF2B5EF4-FFF2-40B4-BE49-F238E27FC236}">
                <a16:creationId xmlns:a16="http://schemas.microsoft.com/office/drawing/2014/main" id="{6A0C8B14-2FB7-5C89-EE4F-E5ABCD33044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16" name="Straight Connector 15">
            <a:extLst>
              <a:ext uri="{FF2B5EF4-FFF2-40B4-BE49-F238E27FC236}">
                <a16:creationId xmlns:a16="http://schemas.microsoft.com/office/drawing/2014/main" id="{996DFDB4-8792-0DBC-A28F-B978788E0872}"/>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02322672-9E18-DF0D-FB66-4A5EF7EA94CD}"/>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7" name="Google Shape;21;p33">
            <a:extLst>
              <a:ext uri="{FF2B5EF4-FFF2-40B4-BE49-F238E27FC236}">
                <a16:creationId xmlns:a16="http://schemas.microsoft.com/office/drawing/2014/main" id="{1B33AA57-A469-D3D7-512B-6C47E0FF7CC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520402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9" name="Google Shape;21;p33">
            <a:extLst>
              <a:ext uri="{FF2B5EF4-FFF2-40B4-BE49-F238E27FC236}">
                <a16:creationId xmlns:a16="http://schemas.microsoft.com/office/drawing/2014/main" id="{9DD421EE-A81C-E6F5-AFCC-40E69287AEA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7398148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13" name="Graphic 12">
            <a:hlinkClick r:id="rId3" action="ppaction://hlinksldjump"/>
            <a:extLst>
              <a:ext uri="{FF2B5EF4-FFF2-40B4-BE49-F238E27FC236}">
                <a16:creationId xmlns:a16="http://schemas.microsoft.com/office/drawing/2014/main" id="{93145C6A-5E9D-4853-194B-6E4E162A5F8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rId3" action="ppaction://hlinksldjump"/>
            <a:extLst>
              <a:ext uri="{FF2B5EF4-FFF2-40B4-BE49-F238E27FC236}">
                <a16:creationId xmlns:a16="http://schemas.microsoft.com/office/drawing/2014/main" id="{C29152DF-CA6A-2D2B-F259-D361722B81E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21" name="Graphic 20">
            <a:hlinkClick r:id="rId3" action="ppaction://hlinksldjump"/>
            <a:extLst>
              <a:ext uri="{FF2B5EF4-FFF2-40B4-BE49-F238E27FC236}">
                <a16:creationId xmlns:a16="http://schemas.microsoft.com/office/drawing/2014/main" id="{4B2A357D-F5EC-7453-C3A1-EA3C8787BF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9737710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F23EE78-4B7C-FE88-A9FB-C27A7529A77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7" name="Text Placeholder 29">
            <a:extLst>
              <a:ext uri="{FF2B5EF4-FFF2-40B4-BE49-F238E27FC236}">
                <a16:creationId xmlns:a16="http://schemas.microsoft.com/office/drawing/2014/main" id="{B77E4802-0012-E92E-1944-2EE244FDA526}"/>
              </a:ext>
            </a:extLst>
          </p:cNvPr>
          <p:cNvSpPr>
            <a:spLocks noGrp="1"/>
          </p:cNvSpPr>
          <p:nvPr>
            <p:ph type="body" sz="quarter" idx="23"/>
          </p:nvPr>
        </p:nvSpPr>
        <p:spPr>
          <a:xfrm>
            <a:off x="8309097"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29">
            <a:extLst>
              <a:ext uri="{FF2B5EF4-FFF2-40B4-BE49-F238E27FC236}">
                <a16:creationId xmlns:a16="http://schemas.microsoft.com/office/drawing/2014/main" id="{37582DCF-E36F-AD98-F54F-8875B55C8EC0}"/>
              </a:ext>
            </a:extLst>
          </p:cNvPr>
          <p:cNvSpPr>
            <a:spLocks noGrp="1"/>
          </p:cNvSpPr>
          <p:nvPr>
            <p:ph type="body" sz="quarter" idx="30"/>
          </p:nvPr>
        </p:nvSpPr>
        <p:spPr>
          <a:xfrm>
            <a:off x="4659386"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1" name="Text Placeholder 29">
            <a:extLst>
              <a:ext uri="{FF2B5EF4-FFF2-40B4-BE49-F238E27FC236}">
                <a16:creationId xmlns:a16="http://schemas.microsoft.com/office/drawing/2014/main" id="{6D052637-4413-4A99-1305-821EB135317A}"/>
              </a:ext>
            </a:extLst>
          </p:cNvPr>
          <p:cNvSpPr>
            <a:spLocks noGrp="1"/>
          </p:cNvSpPr>
          <p:nvPr>
            <p:ph type="body" sz="quarter" idx="31"/>
          </p:nvPr>
        </p:nvSpPr>
        <p:spPr>
          <a:xfrm>
            <a:off x="1009675"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Tree>
    <p:extLst>
      <p:ext uri="{BB962C8B-B14F-4D97-AF65-F5344CB8AC3E}">
        <p14:creationId xmlns:p14="http://schemas.microsoft.com/office/powerpoint/2010/main" val="20439922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4902366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228564"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947480"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a:extLst>
              <a:ext uri="{96DAC541-7B7A-43D3-8B79-37D633B846F1}">
                <asvg:svgBlip xmlns:asvg="http://schemas.microsoft.com/office/drawing/2016/SVG/main" r:embed="rId2"/>
              </a:ext>
            </a:extLst>
          </a:blip>
          <a:srcRect l="39395" t="26219" r="10339" b="23780"/>
          <a:stretch/>
        </p:blipFill>
        <p:spPr>
          <a:xfrm>
            <a:off x="934033"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31A6B91-BC3D-DFFB-D615-1E39210AD71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3863777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01CCE6EA-2C40-085B-42D0-470AD681920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656049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4D8E7F14-9C0A-3B96-68E4-98A22A03751D}"/>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27677229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Title Content with Subtitle 2">
    <p:bg>
      <p:bgPr>
        <a:solidFill>
          <a:schemeClr val="bg1"/>
        </a:solidFill>
        <a:effectLst/>
      </p:bgPr>
    </p:bg>
    <p:spTree>
      <p:nvGrpSpPr>
        <p:cNvPr id="1" name=""/>
        <p:cNvGrpSpPr/>
        <p:nvPr/>
      </p:nvGrpSpPr>
      <p:grpSpPr>
        <a:xfrm>
          <a:off x="0" y="0"/>
          <a:ext cx="0" cy="0"/>
          <a:chOff x="0" y="0"/>
          <a:chExt cx="0" cy="0"/>
        </a:xfrm>
      </p:grpSpPr>
      <p:sp>
        <p:nvSpPr>
          <p:cNvPr id="3" name="Google Shape;22;p26">
            <a:extLst>
              <a:ext uri="{FF2B5EF4-FFF2-40B4-BE49-F238E27FC236}">
                <a16:creationId xmlns:a16="http://schemas.microsoft.com/office/drawing/2014/main" id="{9B989E15-C64E-6380-C523-FD6D0E7C97E8}"/>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C00BB305-E640-844F-1221-CD11AFE33D63}"/>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7" name="Text Placeholder 29">
            <a:extLst>
              <a:ext uri="{FF2B5EF4-FFF2-40B4-BE49-F238E27FC236}">
                <a16:creationId xmlns:a16="http://schemas.microsoft.com/office/drawing/2014/main" id="{0D0E09BA-1A8E-C1D3-D61B-400A35448717}"/>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0" name="Text Placeholder 29">
            <a:extLst>
              <a:ext uri="{FF2B5EF4-FFF2-40B4-BE49-F238E27FC236}">
                <a16:creationId xmlns:a16="http://schemas.microsoft.com/office/drawing/2014/main" id="{FE63F417-6006-9A64-A894-FABE0925D42E}"/>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01384AD7-7B64-F585-993B-4885BB7F87BF}"/>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44476820-AC10-F46C-AE32-BFF2361972A8}"/>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0431D914-25FF-86D7-FDF9-31BAB47FF10F}"/>
              </a:ext>
            </a:extLst>
          </p:cNvPr>
          <p:cNvSpPr>
            <a:spLocks noGrp="1"/>
          </p:cNvSpPr>
          <p:nvPr>
            <p:ph type="body" sz="quarter" idx="17"/>
          </p:nvPr>
        </p:nvSpPr>
        <p:spPr>
          <a:xfrm>
            <a:off x="999616"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7" name="Text Placeholder 29">
            <a:extLst>
              <a:ext uri="{FF2B5EF4-FFF2-40B4-BE49-F238E27FC236}">
                <a16:creationId xmlns:a16="http://schemas.microsoft.com/office/drawing/2014/main" id="{D83B7310-9BCE-4468-5E9D-8DDE65441AE2}"/>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29">
            <a:extLst>
              <a:ext uri="{FF2B5EF4-FFF2-40B4-BE49-F238E27FC236}">
                <a16:creationId xmlns:a16="http://schemas.microsoft.com/office/drawing/2014/main" id="{38A1D99D-33A4-1B2E-F589-8C9FB914652A}"/>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29">
            <a:extLst>
              <a:ext uri="{FF2B5EF4-FFF2-40B4-BE49-F238E27FC236}">
                <a16:creationId xmlns:a16="http://schemas.microsoft.com/office/drawing/2014/main" id="{EC5EFD97-771E-7331-840A-515C3296796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167361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F638A-8A47-15D7-CDFF-817BA1CDC54B}"/>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9" name="Picture 8" descr="A black and white logo&#10;&#10;Description automatically generated">
            <a:extLst>
              <a:ext uri="{FF2B5EF4-FFF2-40B4-BE49-F238E27FC236}">
                <a16:creationId xmlns:a16="http://schemas.microsoft.com/office/drawing/2014/main" id="{18AF8C1F-18E3-1C68-B20F-77B720EBF0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68" y="426423"/>
            <a:ext cx="2656930" cy="1393094"/>
          </a:xfrm>
          <a:prstGeom prst="rect">
            <a:avLst/>
          </a:prstGeom>
        </p:spPr>
      </p:pic>
      <p:sp>
        <p:nvSpPr>
          <p:cNvPr id="14" name="Google Shape;22;p26">
            <a:extLst>
              <a:ext uri="{FF2B5EF4-FFF2-40B4-BE49-F238E27FC236}">
                <a16:creationId xmlns:a16="http://schemas.microsoft.com/office/drawing/2014/main" id="{DDB3BA56-EAD5-5D65-30E3-BD8F506E16D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10000"/>
                    <a:lumOff val="90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cxnSp>
        <p:nvCxnSpPr>
          <p:cNvPr id="15" name="Straight Connector 14">
            <a:extLst>
              <a:ext uri="{FF2B5EF4-FFF2-40B4-BE49-F238E27FC236}">
                <a16:creationId xmlns:a16="http://schemas.microsoft.com/office/drawing/2014/main" id="{3484EDBC-1EE3-09B7-D98C-A5145060C1C2}"/>
              </a:ext>
            </a:extLst>
          </p:cNvPr>
          <p:cNvCxnSpPr>
            <a:cxnSpLocks/>
          </p:cNvCxnSpPr>
          <p:nvPr userDrawn="1"/>
        </p:nvCxnSpPr>
        <p:spPr>
          <a:xfrm>
            <a:off x="910210" y="4109292"/>
            <a:ext cx="41113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Google Shape;18;p26">
            <a:extLst>
              <a:ext uri="{FF2B5EF4-FFF2-40B4-BE49-F238E27FC236}">
                <a16:creationId xmlns:a16="http://schemas.microsoft.com/office/drawing/2014/main" id="{5D7BE2E0-D859-8133-0A18-808CF49D4162}"/>
              </a:ext>
            </a:extLst>
          </p:cNvPr>
          <p:cNvSpPr txBox="1">
            <a:spLocks noGrp="1"/>
          </p:cNvSpPr>
          <p:nvPr>
            <p:ph type="title" hasCustomPrompt="1"/>
          </p:nvPr>
        </p:nvSpPr>
        <p:spPr>
          <a:xfrm>
            <a:off x="910210" y="2307321"/>
            <a:ext cx="4111308" cy="1714495"/>
          </a:xfrm>
          <a:prstGeom prst="rect">
            <a:avLst/>
          </a:prstGeom>
          <a:noFill/>
          <a:ln>
            <a:noFill/>
          </a:ln>
        </p:spPr>
        <p:txBody>
          <a:bodyPr spcFirstLastPara="1" wrap="square" lIns="0" tIns="45700" rIns="91425" bIns="0" anchor="b" anchorCtr="0">
            <a:noAutofit/>
          </a:bodyPr>
          <a:lstStyle>
            <a:lvl1pPr lvl="0" algn="l">
              <a:lnSpc>
                <a:spcPct val="80000"/>
              </a:lnSpc>
              <a:spcBef>
                <a:spcPts val="0"/>
              </a:spcBef>
              <a:spcAft>
                <a:spcPts val="0"/>
              </a:spcAft>
              <a:buSzPts val="3200"/>
              <a:buNone/>
              <a:defRPr sz="7250" b="1" i="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 Slide</a:t>
            </a:r>
            <a:endParaRPr/>
          </a:p>
        </p:txBody>
      </p:sp>
      <p:sp>
        <p:nvSpPr>
          <p:cNvPr id="17" name="Google Shape;24;p26">
            <a:extLst>
              <a:ext uri="{FF2B5EF4-FFF2-40B4-BE49-F238E27FC236}">
                <a16:creationId xmlns:a16="http://schemas.microsoft.com/office/drawing/2014/main" id="{F45BC6CB-DF2E-693A-1779-75C11CA0D2CB}"/>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p>
        </p:txBody>
      </p:sp>
      <p:sp>
        <p:nvSpPr>
          <p:cNvPr id="2" name="Google Shape;22;p26">
            <a:extLst>
              <a:ext uri="{FF2B5EF4-FFF2-40B4-BE49-F238E27FC236}">
                <a16:creationId xmlns:a16="http://schemas.microsoft.com/office/drawing/2014/main" id="{03C0A8B4-480D-85E4-EB3F-2ABAB69FD3F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Picture Placeholder 7">
            <a:extLst>
              <a:ext uri="{FF2B5EF4-FFF2-40B4-BE49-F238E27FC236}">
                <a16:creationId xmlns:a16="http://schemas.microsoft.com/office/drawing/2014/main" id="{03799AF4-66B1-F3D0-8275-42F705CCD41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1179360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CC8BE-A123-06A2-95AD-E271B3CF0798}"/>
              </a:ext>
            </a:extLst>
          </p:cNvPr>
          <p:cNvSpPr/>
          <p:nvPr userDrawn="1"/>
        </p:nvSpPr>
        <p:spPr>
          <a:xfrm>
            <a:off x="1"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17" name="Google Shape;24;p26">
            <a:extLst>
              <a:ext uri="{FF2B5EF4-FFF2-40B4-BE49-F238E27FC236}">
                <a16:creationId xmlns:a16="http://schemas.microsoft.com/office/drawing/2014/main" id="{571F4C8A-17D0-03EC-6FE5-68182450E9D0}"/>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18" name="Google Shape;24;p26">
            <a:extLst>
              <a:ext uri="{FF2B5EF4-FFF2-40B4-BE49-F238E27FC236}">
                <a16:creationId xmlns:a16="http://schemas.microsoft.com/office/drawing/2014/main" id="{7C2E7A43-14D0-2BEA-3CA6-EFC63FD46BC0}"/>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19" name="Google Shape;24;p26">
            <a:extLst>
              <a:ext uri="{FF2B5EF4-FFF2-40B4-BE49-F238E27FC236}">
                <a16:creationId xmlns:a16="http://schemas.microsoft.com/office/drawing/2014/main" id="{5531E261-A54F-5BF1-3194-2FAA774C4FD2}"/>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20" name="Google Shape;24;p26">
            <a:extLst>
              <a:ext uri="{FF2B5EF4-FFF2-40B4-BE49-F238E27FC236}">
                <a16:creationId xmlns:a16="http://schemas.microsoft.com/office/drawing/2014/main" id="{CA7BD352-7A1C-E13F-955C-68CD790D5CDB}"/>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21" name="Google Shape;24;p26">
            <a:extLst>
              <a:ext uri="{FF2B5EF4-FFF2-40B4-BE49-F238E27FC236}">
                <a16:creationId xmlns:a16="http://schemas.microsoft.com/office/drawing/2014/main" id="{7B8DDF4D-2608-54F6-C2D8-97AA4F078683}"/>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22" name="Google Shape;24;p26">
            <a:extLst>
              <a:ext uri="{FF2B5EF4-FFF2-40B4-BE49-F238E27FC236}">
                <a16:creationId xmlns:a16="http://schemas.microsoft.com/office/drawing/2014/main" id="{BFD52ACE-1943-F107-4F60-E869E751C393}"/>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5" name="Google Shape;18;p26">
            <a:extLst>
              <a:ext uri="{FF2B5EF4-FFF2-40B4-BE49-F238E27FC236}">
                <a16:creationId xmlns:a16="http://schemas.microsoft.com/office/drawing/2014/main" id="{F58EC344-CBD9-11BC-201D-E1E1D48364AF}"/>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pic>
        <p:nvPicPr>
          <p:cNvPr id="25" name="Graphic 24">
            <a:extLst>
              <a:ext uri="{FF2B5EF4-FFF2-40B4-BE49-F238E27FC236}">
                <a16:creationId xmlns:a16="http://schemas.microsoft.com/office/drawing/2014/main" id="{CAD70370-529C-AB08-D974-788D40274038}"/>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1" y="238990"/>
            <a:ext cx="572666" cy="629931"/>
          </a:xfrm>
          <a:prstGeom prst="rect">
            <a:avLst/>
          </a:prstGeom>
        </p:spPr>
      </p:pic>
      <p:sp>
        <p:nvSpPr>
          <p:cNvPr id="2" name="Google Shape;22;p26">
            <a:extLst>
              <a:ext uri="{FF2B5EF4-FFF2-40B4-BE49-F238E27FC236}">
                <a16:creationId xmlns:a16="http://schemas.microsoft.com/office/drawing/2014/main" id="{9A8133DD-84D2-D748-0ABC-BF6ED0DADA4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C1FB6F3-18DD-A2B2-69C1-9A8C82F7FFA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C47BC8DF-0544-72F7-079D-7D37B6655FB2}"/>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24855976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Object Box">
    <p:spTree>
      <p:nvGrpSpPr>
        <p:cNvPr id="1" name=""/>
        <p:cNvGrpSpPr/>
        <p:nvPr/>
      </p:nvGrpSpPr>
      <p:grpSpPr>
        <a:xfrm>
          <a:off x="0" y="0"/>
          <a:ext cx="0" cy="0"/>
          <a:chOff x="0" y="0"/>
          <a:chExt cx="0" cy="0"/>
        </a:xfrm>
      </p:grpSpPr>
      <p:sp>
        <p:nvSpPr>
          <p:cNvPr id="3" name="Google Shape;24;p26">
            <a:extLst>
              <a:ext uri="{FF2B5EF4-FFF2-40B4-BE49-F238E27FC236}">
                <a16:creationId xmlns:a16="http://schemas.microsoft.com/office/drawing/2014/main" id="{52C9C0D3-8DC3-41FC-E41A-697E9048B58D}"/>
              </a:ext>
            </a:extLst>
          </p:cNvPr>
          <p:cNvSpPr txBox="1">
            <a:spLocks noGrp="1"/>
          </p:cNvSpPr>
          <p:nvPr>
            <p:ph type="body" idx="2" hasCustomPrompt="1"/>
          </p:nvPr>
        </p:nvSpPr>
        <p:spPr>
          <a:xfrm>
            <a:off x="993896" y="1085261"/>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tx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4" name="Text Placeholder 29">
            <a:extLst>
              <a:ext uri="{FF2B5EF4-FFF2-40B4-BE49-F238E27FC236}">
                <a16:creationId xmlns:a16="http://schemas.microsoft.com/office/drawing/2014/main" id="{E615A253-5B1E-9AB4-D135-0130D8C50288}"/>
              </a:ext>
            </a:extLst>
          </p:cNvPr>
          <p:cNvSpPr>
            <a:spLocks noGrp="1"/>
          </p:cNvSpPr>
          <p:nvPr>
            <p:ph type="body" sz="quarter" idx="12"/>
          </p:nvPr>
        </p:nvSpPr>
        <p:spPr>
          <a:xfrm>
            <a:off x="993895"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29">
            <a:extLst>
              <a:ext uri="{FF2B5EF4-FFF2-40B4-BE49-F238E27FC236}">
                <a16:creationId xmlns:a16="http://schemas.microsoft.com/office/drawing/2014/main" id="{F0E2F280-E6EB-5C71-2F3F-12C955E1A4AF}"/>
              </a:ext>
            </a:extLst>
          </p:cNvPr>
          <p:cNvSpPr>
            <a:spLocks noGrp="1"/>
          </p:cNvSpPr>
          <p:nvPr>
            <p:ph type="body" sz="quarter" idx="15"/>
          </p:nvPr>
        </p:nvSpPr>
        <p:spPr>
          <a:xfrm>
            <a:off x="6096000"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Google Shape;22;p26">
            <a:extLst>
              <a:ext uri="{FF2B5EF4-FFF2-40B4-BE49-F238E27FC236}">
                <a16:creationId xmlns:a16="http://schemas.microsoft.com/office/drawing/2014/main" id="{0E05869E-EB3E-6E95-2C03-799E1759E05F}"/>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10" name="Google Shape;18;p26">
            <a:extLst>
              <a:ext uri="{FF2B5EF4-FFF2-40B4-BE49-F238E27FC236}">
                <a16:creationId xmlns:a16="http://schemas.microsoft.com/office/drawing/2014/main" id="{8B3A4F18-670E-635A-0CCD-8B27F72D6D4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5347771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Title Content with Subtitle 2">
    <p:spTree>
      <p:nvGrpSpPr>
        <p:cNvPr id="1" name=""/>
        <p:cNvGrpSpPr/>
        <p:nvPr/>
      </p:nvGrpSpPr>
      <p:grpSpPr>
        <a:xfrm>
          <a:off x="0" y="0"/>
          <a:ext cx="0" cy="0"/>
          <a:chOff x="0" y="0"/>
          <a:chExt cx="0" cy="0"/>
        </a:xfrm>
      </p:grpSpPr>
      <p:sp>
        <p:nvSpPr>
          <p:cNvPr id="2" name="Text Placeholder 29">
            <a:extLst>
              <a:ext uri="{FF2B5EF4-FFF2-40B4-BE49-F238E27FC236}">
                <a16:creationId xmlns:a16="http://schemas.microsoft.com/office/drawing/2014/main" id="{1AC42BE0-2D56-2D92-48B8-04B90717018D}"/>
              </a:ext>
            </a:extLst>
          </p:cNvPr>
          <p:cNvSpPr>
            <a:spLocks noGrp="1"/>
          </p:cNvSpPr>
          <p:nvPr>
            <p:ph type="body" sz="quarter" idx="17"/>
          </p:nvPr>
        </p:nvSpPr>
        <p:spPr>
          <a:xfrm>
            <a:off x="9938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BDF998BC-F153-B576-C507-41EDE28E04E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7" name="Google Shape;18;p26">
            <a:extLst>
              <a:ext uri="{FF2B5EF4-FFF2-40B4-BE49-F238E27FC236}">
                <a16:creationId xmlns:a16="http://schemas.microsoft.com/office/drawing/2014/main" id="{0279D595-C019-D9CB-AFBF-9163B5AAE44C}"/>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0" name="Text Placeholder 29">
            <a:extLst>
              <a:ext uri="{FF2B5EF4-FFF2-40B4-BE49-F238E27FC236}">
                <a16:creationId xmlns:a16="http://schemas.microsoft.com/office/drawing/2014/main" id="{AD08BCF9-0055-C53E-29A2-D708FB041964}"/>
              </a:ext>
            </a:extLst>
          </p:cNvPr>
          <p:cNvSpPr>
            <a:spLocks noGrp="1"/>
          </p:cNvSpPr>
          <p:nvPr>
            <p:ph type="body" sz="quarter" idx="28"/>
          </p:nvPr>
        </p:nvSpPr>
        <p:spPr>
          <a:xfrm>
            <a:off x="46514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Text Placeholder 29">
            <a:extLst>
              <a:ext uri="{FF2B5EF4-FFF2-40B4-BE49-F238E27FC236}">
                <a16:creationId xmlns:a16="http://schemas.microsoft.com/office/drawing/2014/main" id="{BA20B6CD-2456-61B2-309E-83E5134297CD}"/>
              </a:ext>
            </a:extLst>
          </p:cNvPr>
          <p:cNvSpPr>
            <a:spLocks noGrp="1"/>
          </p:cNvSpPr>
          <p:nvPr>
            <p:ph type="body" sz="quarter" idx="29"/>
          </p:nvPr>
        </p:nvSpPr>
        <p:spPr>
          <a:xfrm>
            <a:off x="83090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13FE3F9D-E23C-938C-7DB6-F23E94329FC5}"/>
              </a:ext>
            </a:extLst>
          </p:cNvPr>
          <p:cNvSpPr>
            <a:spLocks noGrp="1"/>
          </p:cNvSpPr>
          <p:nvPr>
            <p:ph type="body" sz="quarter" idx="30"/>
          </p:nvPr>
        </p:nvSpPr>
        <p:spPr>
          <a:xfrm>
            <a:off x="83090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A03FF69E-9DBB-B947-BE0C-347517872542}"/>
              </a:ext>
            </a:extLst>
          </p:cNvPr>
          <p:cNvSpPr>
            <a:spLocks noGrp="1"/>
          </p:cNvSpPr>
          <p:nvPr>
            <p:ph type="body" sz="quarter" idx="31"/>
          </p:nvPr>
        </p:nvSpPr>
        <p:spPr>
          <a:xfrm>
            <a:off x="46514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8CD8A597-575C-5516-D031-AC2A3FFC038C}"/>
              </a:ext>
            </a:extLst>
          </p:cNvPr>
          <p:cNvSpPr>
            <a:spLocks noGrp="1"/>
          </p:cNvSpPr>
          <p:nvPr>
            <p:ph type="body" sz="quarter" idx="32"/>
          </p:nvPr>
        </p:nvSpPr>
        <p:spPr>
          <a:xfrm>
            <a:off x="100178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00971025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_Title Content with Subtitle 2">
    <p:bg>
      <p:bgPr>
        <a:solidFill>
          <a:schemeClr val="bg1"/>
        </a:solidFill>
        <a:effectLst/>
      </p:bgPr>
    </p:bg>
    <p:spTree>
      <p:nvGrpSpPr>
        <p:cNvPr id="1" name=""/>
        <p:cNvGrpSpPr/>
        <p:nvPr/>
      </p:nvGrpSpPr>
      <p:grpSpPr>
        <a:xfrm>
          <a:off x="0" y="0"/>
          <a:ext cx="0" cy="0"/>
          <a:chOff x="0" y="0"/>
          <a:chExt cx="0" cy="0"/>
        </a:xfrm>
      </p:grpSpPr>
      <p:sp>
        <p:nvSpPr>
          <p:cNvPr id="12" name="Freeform: Shape 130">
            <a:extLst>
              <a:ext uri="{FF2B5EF4-FFF2-40B4-BE49-F238E27FC236}">
                <a16:creationId xmlns:a16="http://schemas.microsoft.com/office/drawing/2014/main" id="{5F949667-2402-5FFC-4567-8B9F56EF1DF4}"/>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8" name="Oval 17">
            <a:extLst>
              <a:ext uri="{FF2B5EF4-FFF2-40B4-BE49-F238E27FC236}">
                <a16:creationId xmlns:a16="http://schemas.microsoft.com/office/drawing/2014/main" id="{B3C82A2B-A5F6-055D-8F52-1CD70F6F010B}"/>
              </a:ext>
            </a:extLst>
          </p:cNvPr>
          <p:cNvSpPr/>
          <p:nvPr userDrawn="1"/>
        </p:nvSpPr>
        <p:spPr>
          <a:xfrm>
            <a:off x="1174811" y="509370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Shape 125">
            <a:extLst>
              <a:ext uri="{FF2B5EF4-FFF2-40B4-BE49-F238E27FC236}">
                <a16:creationId xmlns:a16="http://schemas.microsoft.com/office/drawing/2014/main" id="{6FDD0FF0-61D3-3751-CFD6-F195F4DD1CC5}"/>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7" name="Oval 16">
            <a:extLst>
              <a:ext uri="{FF2B5EF4-FFF2-40B4-BE49-F238E27FC236}">
                <a16:creationId xmlns:a16="http://schemas.microsoft.com/office/drawing/2014/main" id="{57E801A5-0F65-F1D1-B106-4405493A9ECE}"/>
              </a:ext>
            </a:extLst>
          </p:cNvPr>
          <p:cNvSpPr/>
          <p:nvPr userDrawn="1"/>
        </p:nvSpPr>
        <p:spPr>
          <a:xfrm>
            <a:off x="1180867" y="3343781"/>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100">
            <a:extLst>
              <a:ext uri="{FF2B5EF4-FFF2-40B4-BE49-F238E27FC236}">
                <a16:creationId xmlns:a16="http://schemas.microsoft.com/office/drawing/2014/main" id="{7DAE44FF-B8BF-84C2-C22B-DE6C69A6813B}"/>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2" name="Oval 1">
            <a:extLst>
              <a:ext uri="{FF2B5EF4-FFF2-40B4-BE49-F238E27FC236}">
                <a16:creationId xmlns:a16="http://schemas.microsoft.com/office/drawing/2014/main" id="{ED5BAACE-3A6A-42C5-7C71-36E2B7C3EA3C}"/>
              </a:ext>
            </a:extLst>
          </p:cNvPr>
          <p:cNvSpPr/>
          <p:nvPr userDrawn="1"/>
        </p:nvSpPr>
        <p:spPr>
          <a:xfrm>
            <a:off x="1180867" y="160386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Oval 2">
            <a:extLst>
              <a:ext uri="{FF2B5EF4-FFF2-40B4-BE49-F238E27FC236}">
                <a16:creationId xmlns:a16="http://schemas.microsoft.com/office/drawing/2014/main" id="{940EBC75-2CEB-5E5D-8C27-1B39BF84B02A}"/>
              </a:ext>
            </a:extLst>
          </p:cNvPr>
          <p:cNvSpPr/>
          <p:nvPr userDrawn="1"/>
        </p:nvSpPr>
        <p:spPr>
          <a:xfrm>
            <a:off x="1289356" y="171465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solidFill>
                <a:schemeClr val="tx1"/>
              </a:solidFill>
            </a:endParaRPr>
          </a:p>
        </p:txBody>
      </p:sp>
      <p:pic>
        <p:nvPicPr>
          <p:cNvPr id="4" name="Graphic 3">
            <a:hlinkClick r:id="rId2" action="ppaction://hlinksldjump"/>
            <a:extLst>
              <a:ext uri="{FF2B5EF4-FFF2-40B4-BE49-F238E27FC236}">
                <a16:creationId xmlns:a16="http://schemas.microsoft.com/office/drawing/2014/main" id="{C6631D92-7378-1FFF-D966-B6B53E5227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75609" y="1892825"/>
            <a:ext cx="231671" cy="247834"/>
          </a:xfrm>
          <a:prstGeom prst="rect">
            <a:avLst/>
          </a:prstGeom>
        </p:spPr>
      </p:pic>
      <p:sp>
        <p:nvSpPr>
          <p:cNvPr id="7" name="Oval 6">
            <a:extLst>
              <a:ext uri="{FF2B5EF4-FFF2-40B4-BE49-F238E27FC236}">
                <a16:creationId xmlns:a16="http://schemas.microsoft.com/office/drawing/2014/main" id="{8630FC86-A872-3FD4-DD0C-29D9EA4EB6CD}"/>
              </a:ext>
            </a:extLst>
          </p:cNvPr>
          <p:cNvSpPr/>
          <p:nvPr userDrawn="1"/>
        </p:nvSpPr>
        <p:spPr>
          <a:xfrm>
            <a:off x="1283300" y="345957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8" name="Graphic 7">
            <a:hlinkClick r:id="rId2" action="ppaction://hlinksldjump"/>
            <a:extLst>
              <a:ext uri="{FF2B5EF4-FFF2-40B4-BE49-F238E27FC236}">
                <a16:creationId xmlns:a16="http://schemas.microsoft.com/office/drawing/2014/main" id="{3BCE4232-0E14-4A1F-270B-618F7AFB0C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69553" y="3637745"/>
            <a:ext cx="231671" cy="247834"/>
          </a:xfrm>
          <a:prstGeom prst="rect">
            <a:avLst/>
          </a:prstGeom>
        </p:spPr>
      </p:pic>
      <p:sp>
        <p:nvSpPr>
          <p:cNvPr id="10" name="Oval 9">
            <a:extLst>
              <a:ext uri="{FF2B5EF4-FFF2-40B4-BE49-F238E27FC236}">
                <a16:creationId xmlns:a16="http://schemas.microsoft.com/office/drawing/2014/main" id="{91609B53-FE92-938F-C584-1FDBD0F9714E}"/>
              </a:ext>
            </a:extLst>
          </p:cNvPr>
          <p:cNvSpPr/>
          <p:nvPr userDrawn="1"/>
        </p:nvSpPr>
        <p:spPr>
          <a:xfrm>
            <a:off x="1295412" y="520449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11" name="Graphic 10">
            <a:hlinkClick r:id="rId2" action="ppaction://hlinksldjump"/>
            <a:extLst>
              <a:ext uri="{FF2B5EF4-FFF2-40B4-BE49-F238E27FC236}">
                <a16:creationId xmlns:a16="http://schemas.microsoft.com/office/drawing/2014/main" id="{C1DE6BDE-9D94-643B-CA40-42B087141C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81665" y="5382665"/>
            <a:ext cx="231671" cy="247834"/>
          </a:xfrm>
          <a:prstGeom prst="rect">
            <a:avLst/>
          </a:prstGeom>
        </p:spPr>
      </p:pic>
      <p:sp>
        <p:nvSpPr>
          <p:cNvPr id="13" name="Text Placeholder 29">
            <a:extLst>
              <a:ext uri="{FF2B5EF4-FFF2-40B4-BE49-F238E27FC236}">
                <a16:creationId xmlns:a16="http://schemas.microsoft.com/office/drawing/2014/main" id="{043A8F64-894D-BA58-5901-B324C4C71D19}"/>
              </a:ext>
            </a:extLst>
          </p:cNvPr>
          <p:cNvSpPr>
            <a:spLocks noGrp="1"/>
          </p:cNvSpPr>
          <p:nvPr>
            <p:ph type="body" sz="quarter" idx="12" hasCustomPrompt="1"/>
          </p:nvPr>
        </p:nvSpPr>
        <p:spPr>
          <a:xfrm>
            <a:off x="2121170" y="152906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4" name="Text Placeholder 29">
            <a:extLst>
              <a:ext uri="{FF2B5EF4-FFF2-40B4-BE49-F238E27FC236}">
                <a16:creationId xmlns:a16="http://schemas.microsoft.com/office/drawing/2014/main" id="{A52F3FEC-FAC6-0752-1743-1611E8DE6B60}"/>
              </a:ext>
            </a:extLst>
          </p:cNvPr>
          <p:cNvSpPr>
            <a:spLocks noGrp="1"/>
          </p:cNvSpPr>
          <p:nvPr>
            <p:ph type="body" sz="quarter" idx="13" hasCustomPrompt="1"/>
          </p:nvPr>
        </p:nvSpPr>
        <p:spPr>
          <a:xfrm>
            <a:off x="2121170" y="3268980"/>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5" name="Text Placeholder 29">
            <a:extLst>
              <a:ext uri="{FF2B5EF4-FFF2-40B4-BE49-F238E27FC236}">
                <a16:creationId xmlns:a16="http://schemas.microsoft.com/office/drawing/2014/main" id="{E77470C2-1C5C-C039-12BA-E7922CEE64C2}"/>
              </a:ext>
            </a:extLst>
          </p:cNvPr>
          <p:cNvSpPr>
            <a:spLocks noGrp="1"/>
          </p:cNvSpPr>
          <p:nvPr>
            <p:ph type="body" sz="quarter" idx="14" hasCustomPrompt="1"/>
          </p:nvPr>
        </p:nvSpPr>
        <p:spPr>
          <a:xfrm>
            <a:off x="2121170" y="501890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6" name="Text Placeholder 29">
            <a:extLst>
              <a:ext uri="{FF2B5EF4-FFF2-40B4-BE49-F238E27FC236}">
                <a16:creationId xmlns:a16="http://schemas.microsoft.com/office/drawing/2014/main" id="{B50F4AAE-B94E-189D-9C1D-D83A6F1766F1}"/>
              </a:ext>
            </a:extLst>
          </p:cNvPr>
          <p:cNvSpPr>
            <a:spLocks noGrp="1"/>
          </p:cNvSpPr>
          <p:nvPr>
            <p:ph type="body" sz="quarter" idx="25" hasCustomPrompt="1"/>
          </p:nvPr>
        </p:nvSpPr>
        <p:spPr>
          <a:xfrm>
            <a:off x="5538610" y="1382245"/>
            <a:ext cx="6095413" cy="4911006"/>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lvl="0"/>
            <a:r>
              <a:rPr lang="en-GB" dirty="0"/>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30912850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1_Title Content with Subtitle 2">
    <p:bg>
      <p:bgPr>
        <a:solidFill>
          <a:schemeClr val="bg1"/>
        </a:solidFill>
        <a:effectLst/>
      </p:bgPr>
    </p:bg>
    <p:spTree>
      <p:nvGrpSpPr>
        <p:cNvPr id="1" name=""/>
        <p:cNvGrpSpPr/>
        <p:nvPr/>
      </p:nvGrpSpPr>
      <p:grpSpPr>
        <a:xfrm>
          <a:off x="0" y="0"/>
          <a:ext cx="0" cy="0"/>
          <a:chOff x="0" y="0"/>
          <a:chExt cx="0" cy="0"/>
        </a:xfrm>
      </p:grpSpPr>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42624625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Title Content with Subtitle 2">
    <p:bg>
      <p:bgPr>
        <a:solidFill>
          <a:schemeClr val="bg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tx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solidFill>
                  <a:schemeClr val="tx1"/>
                </a:solidFill>
              </a:defRPr>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solidFill>
                  <a:schemeClr val="tx1"/>
                </a:solidFill>
              </a:defRPr>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solidFill>
                  <a:schemeClr val="tx1"/>
                </a:solidFill>
              </a:defRPr>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solidFill>
                  <a:schemeClr val="tx1"/>
                </a:solidFill>
              </a:defRPr>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 name="Google Shape;22;p26">
            <a:extLst>
              <a:ext uri="{FF2B5EF4-FFF2-40B4-BE49-F238E27FC236}">
                <a16:creationId xmlns:a16="http://schemas.microsoft.com/office/drawing/2014/main" id="{6B748954-01D9-1024-146C-7BB5E7844CE6}"/>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659F6186-7E74-4EB7-114C-04C4206C3C0B}"/>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40428377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_Title Content with Subtitle 2">
    <p:bg>
      <p:bgPr>
        <a:solidFill>
          <a:schemeClr val="bg1"/>
        </a:solidFill>
        <a:effectLst/>
      </p:bgPr>
    </p:bg>
    <p:spTree>
      <p:nvGrpSpPr>
        <p:cNvPr id="1" name=""/>
        <p:cNvGrpSpPr/>
        <p:nvPr/>
      </p:nvGrpSpPr>
      <p:grpSpPr>
        <a:xfrm>
          <a:off x="0" y="0"/>
          <a:ext cx="0" cy="0"/>
          <a:chOff x="0" y="0"/>
          <a:chExt cx="0" cy="0"/>
        </a:xfrm>
      </p:grpSpPr>
      <p:sp>
        <p:nvSpPr>
          <p:cNvPr id="7" name="Text Placeholder 29">
            <a:extLst>
              <a:ext uri="{FF2B5EF4-FFF2-40B4-BE49-F238E27FC236}">
                <a16:creationId xmlns:a16="http://schemas.microsoft.com/office/drawing/2014/main" id="{3AA61CA9-2BE2-2D06-EFB2-9DD29718F0A3}"/>
              </a:ext>
            </a:extLst>
          </p:cNvPr>
          <p:cNvSpPr>
            <a:spLocks noGrp="1"/>
          </p:cNvSpPr>
          <p:nvPr>
            <p:ph type="body" sz="quarter" idx="22"/>
          </p:nvPr>
        </p:nvSpPr>
        <p:spPr>
          <a:xfrm>
            <a:off x="3693028"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Google Shape;24;p26">
            <a:extLst>
              <a:ext uri="{FF2B5EF4-FFF2-40B4-BE49-F238E27FC236}">
                <a16:creationId xmlns:a16="http://schemas.microsoft.com/office/drawing/2014/main" id="{6B6C8047-0491-9C29-C47A-B6FD3FB089CD}"/>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 name="Text Placeholder 29">
            <a:extLst>
              <a:ext uri="{FF2B5EF4-FFF2-40B4-BE49-F238E27FC236}">
                <a16:creationId xmlns:a16="http://schemas.microsoft.com/office/drawing/2014/main" id="{C058A599-7521-1D71-1E08-22071D540686}"/>
              </a:ext>
            </a:extLst>
          </p:cNvPr>
          <p:cNvSpPr>
            <a:spLocks noGrp="1"/>
          </p:cNvSpPr>
          <p:nvPr>
            <p:ph type="body" sz="quarter" idx="17"/>
          </p:nvPr>
        </p:nvSpPr>
        <p:spPr>
          <a:xfrm>
            <a:off x="993896"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FACF5EA3-536E-0471-A9D0-F110C4ED1A7B}"/>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E11DD705-ACC2-9E51-BCC3-79A140DF1F2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8" name="Text Placeholder 29">
            <a:extLst>
              <a:ext uri="{FF2B5EF4-FFF2-40B4-BE49-F238E27FC236}">
                <a16:creationId xmlns:a16="http://schemas.microsoft.com/office/drawing/2014/main" id="{DC442611-3D6A-330A-C05C-6AFF629C665A}"/>
              </a:ext>
            </a:extLst>
          </p:cNvPr>
          <p:cNvSpPr>
            <a:spLocks noGrp="1"/>
          </p:cNvSpPr>
          <p:nvPr>
            <p:ph type="body" sz="quarter" idx="23"/>
          </p:nvPr>
        </p:nvSpPr>
        <p:spPr>
          <a:xfrm>
            <a:off x="9091293"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E30FCCAB-5945-B145-6A8F-4B81A61F068B}"/>
              </a:ext>
            </a:extLst>
          </p:cNvPr>
          <p:cNvSpPr>
            <a:spLocks noGrp="1"/>
          </p:cNvSpPr>
          <p:nvPr>
            <p:ph type="body" sz="quarter" idx="24"/>
          </p:nvPr>
        </p:nvSpPr>
        <p:spPr>
          <a:xfrm>
            <a:off x="6392161"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Tree>
    <p:extLst>
      <p:ext uri="{BB962C8B-B14F-4D97-AF65-F5344CB8AC3E}">
        <p14:creationId xmlns:p14="http://schemas.microsoft.com/office/powerpoint/2010/main" val="36245495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hank you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F8BCBBF0-E111-F024-4228-62A396116D4A}"/>
              </a:ext>
            </a:extLst>
          </p:cNvPr>
          <p:cNvSpPr>
            <a:spLocks noGrp="1"/>
          </p:cNvSpPr>
          <p:nvPr>
            <p:ph type="pic" sz="quarter" idx="10"/>
          </p:nvPr>
        </p:nvSpPr>
        <p:spPr>
          <a:xfrm>
            <a:off x="0" y="-1"/>
            <a:ext cx="12190413" cy="6858001"/>
          </a:xfrm>
        </p:spPr>
        <p:txBody>
          <a:bodyPr/>
          <a:lstStyle/>
          <a:p>
            <a:endParaRPr lang="en-IN"/>
          </a:p>
        </p:txBody>
      </p:sp>
      <p:sp>
        <p:nvSpPr>
          <p:cNvPr id="10" name="Google Shape;41;p28">
            <a:extLst>
              <a:ext uri="{FF2B5EF4-FFF2-40B4-BE49-F238E27FC236}">
                <a16:creationId xmlns:a16="http://schemas.microsoft.com/office/drawing/2014/main" id="{F6B6806E-A381-7E40-8F66-368932A6FEBF}"/>
              </a:ext>
            </a:extLst>
          </p:cNvPr>
          <p:cNvSpPr txBox="1">
            <a:spLocks noGrp="1"/>
          </p:cNvSpPr>
          <p:nvPr>
            <p:ph type="title" hasCustomPrompt="1"/>
          </p:nvPr>
        </p:nvSpPr>
        <p:spPr>
          <a:xfrm>
            <a:off x="910210" y="2568795"/>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Thank you</a:t>
            </a:r>
            <a:endParaRPr/>
          </a:p>
        </p:txBody>
      </p:sp>
      <p:sp>
        <p:nvSpPr>
          <p:cNvPr id="3" name="Google Shape;22;p26">
            <a:extLst>
              <a:ext uri="{FF2B5EF4-FFF2-40B4-BE49-F238E27FC236}">
                <a16:creationId xmlns:a16="http://schemas.microsoft.com/office/drawing/2014/main" id="{856A676F-3E51-6AED-EE05-71BA38E63DC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solidFill>
                  <a:schemeClr val="bg1">
                    <a:alpha val="50000"/>
                  </a:schemeClr>
                </a:solidFill>
              </a:rPr>
              <a:t>© 2025 Copyright Genpact. All Rights Reserved.</a:t>
            </a:r>
          </a:p>
        </p:txBody>
      </p:sp>
      <p:pic>
        <p:nvPicPr>
          <p:cNvPr id="13" name="Picture 12" descr="A logo with white text&#10;&#10;Description automatically generated">
            <a:extLst>
              <a:ext uri="{FF2B5EF4-FFF2-40B4-BE49-F238E27FC236}">
                <a16:creationId xmlns:a16="http://schemas.microsoft.com/office/drawing/2014/main" id="{4CD2F015-6671-BB1E-08B5-3E9A224E3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Tree>
    <p:extLst>
      <p:ext uri="{BB962C8B-B14F-4D97-AF65-F5344CB8AC3E}">
        <p14:creationId xmlns:p14="http://schemas.microsoft.com/office/powerpoint/2010/main" val="5944985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F638A-8A47-15D7-CDFF-817BA1CDC54B}"/>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9" name="Picture 8" descr="A black and white logo&#10;&#10;Description automatically generated">
            <a:extLst>
              <a:ext uri="{FF2B5EF4-FFF2-40B4-BE49-F238E27FC236}">
                <a16:creationId xmlns:a16="http://schemas.microsoft.com/office/drawing/2014/main" id="{18AF8C1F-18E3-1C68-B20F-77B720EBF0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68" y="426423"/>
            <a:ext cx="2656930" cy="1393094"/>
          </a:xfrm>
          <a:prstGeom prst="rect">
            <a:avLst/>
          </a:prstGeom>
        </p:spPr>
      </p:pic>
      <p:sp>
        <p:nvSpPr>
          <p:cNvPr id="14" name="Google Shape;22;p26">
            <a:extLst>
              <a:ext uri="{FF2B5EF4-FFF2-40B4-BE49-F238E27FC236}">
                <a16:creationId xmlns:a16="http://schemas.microsoft.com/office/drawing/2014/main" id="{DDB3BA56-EAD5-5D65-30E3-BD8F506E16D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10000"/>
                    <a:lumOff val="90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cxnSp>
        <p:nvCxnSpPr>
          <p:cNvPr id="15" name="Straight Connector 14">
            <a:extLst>
              <a:ext uri="{FF2B5EF4-FFF2-40B4-BE49-F238E27FC236}">
                <a16:creationId xmlns:a16="http://schemas.microsoft.com/office/drawing/2014/main" id="{3484EDBC-1EE3-09B7-D98C-A5145060C1C2}"/>
              </a:ext>
            </a:extLst>
          </p:cNvPr>
          <p:cNvCxnSpPr>
            <a:cxnSpLocks/>
          </p:cNvCxnSpPr>
          <p:nvPr userDrawn="1"/>
        </p:nvCxnSpPr>
        <p:spPr>
          <a:xfrm>
            <a:off x="910210" y="4109292"/>
            <a:ext cx="41113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Google Shape;18;p26">
            <a:extLst>
              <a:ext uri="{FF2B5EF4-FFF2-40B4-BE49-F238E27FC236}">
                <a16:creationId xmlns:a16="http://schemas.microsoft.com/office/drawing/2014/main" id="{5D7BE2E0-D859-8133-0A18-808CF49D4162}"/>
              </a:ext>
            </a:extLst>
          </p:cNvPr>
          <p:cNvSpPr txBox="1">
            <a:spLocks noGrp="1"/>
          </p:cNvSpPr>
          <p:nvPr>
            <p:ph type="title" hasCustomPrompt="1"/>
          </p:nvPr>
        </p:nvSpPr>
        <p:spPr>
          <a:xfrm>
            <a:off x="910210" y="2307321"/>
            <a:ext cx="4111308" cy="1714495"/>
          </a:xfrm>
          <a:prstGeom prst="rect">
            <a:avLst/>
          </a:prstGeom>
          <a:noFill/>
          <a:ln>
            <a:noFill/>
          </a:ln>
        </p:spPr>
        <p:txBody>
          <a:bodyPr spcFirstLastPara="1" wrap="square" lIns="0" tIns="45700" rIns="91425" bIns="0" anchor="b" anchorCtr="0">
            <a:noAutofit/>
          </a:bodyPr>
          <a:lstStyle>
            <a:lvl1pPr lvl="0" algn="l">
              <a:lnSpc>
                <a:spcPct val="80000"/>
              </a:lnSpc>
              <a:spcBef>
                <a:spcPts val="0"/>
              </a:spcBef>
              <a:spcAft>
                <a:spcPts val="0"/>
              </a:spcAft>
              <a:buSzPts val="3200"/>
              <a:buNone/>
              <a:defRPr sz="7250" b="1" i="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 Slide</a:t>
            </a:r>
            <a:endParaRPr/>
          </a:p>
        </p:txBody>
      </p:sp>
      <p:sp>
        <p:nvSpPr>
          <p:cNvPr id="17" name="Google Shape;24;p26">
            <a:extLst>
              <a:ext uri="{FF2B5EF4-FFF2-40B4-BE49-F238E27FC236}">
                <a16:creationId xmlns:a16="http://schemas.microsoft.com/office/drawing/2014/main" id="{F45BC6CB-DF2E-693A-1779-75C11CA0D2CB}"/>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p>
        </p:txBody>
      </p:sp>
      <p:sp>
        <p:nvSpPr>
          <p:cNvPr id="2" name="Google Shape;22;p26">
            <a:extLst>
              <a:ext uri="{FF2B5EF4-FFF2-40B4-BE49-F238E27FC236}">
                <a16:creationId xmlns:a16="http://schemas.microsoft.com/office/drawing/2014/main" id="{03C0A8B4-480D-85E4-EB3F-2ABAB69FD3F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Picture Placeholder 7">
            <a:extLst>
              <a:ext uri="{FF2B5EF4-FFF2-40B4-BE49-F238E27FC236}">
                <a16:creationId xmlns:a16="http://schemas.microsoft.com/office/drawing/2014/main" id="{03799AF4-66B1-F3D0-8275-42F705CCD41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6804731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8" name="Picture Placeholder 7">
            <a:extLst>
              <a:ext uri="{FF2B5EF4-FFF2-40B4-BE49-F238E27FC236}">
                <a16:creationId xmlns:a16="http://schemas.microsoft.com/office/drawing/2014/main" id="{AC849FFF-65F3-85CF-B3DF-624622CC1D1F}"/>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579967"/>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dirty="0">
                <a:solidFill>
                  <a:schemeClr val="bg1"/>
                </a:solidFill>
                <a:latin typeface="Funnel Sans" pitchFamily="2" charset="0"/>
                <a:sym typeface="Georgia"/>
              </a:rPr>
              <a:t>Title Slide</a:t>
            </a:r>
            <a:endParaRPr dirty="0"/>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484154"/>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385336"/>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3040444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0" name="Google Shape;21;p33">
            <a:extLst>
              <a:ext uri="{FF2B5EF4-FFF2-40B4-BE49-F238E27FC236}">
                <a16:creationId xmlns:a16="http://schemas.microsoft.com/office/drawing/2014/main" id="{4F1D0F46-507B-8710-6651-EFCE6B7CB61E}"/>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F591AD48-8FBC-318B-49FA-FE9A73E20A0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25814296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CC8BE-A123-06A2-95AD-E271B3CF0798}"/>
              </a:ext>
            </a:extLst>
          </p:cNvPr>
          <p:cNvSpPr/>
          <p:nvPr userDrawn="1"/>
        </p:nvSpPr>
        <p:spPr>
          <a:xfrm>
            <a:off x="1"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17" name="Google Shape;24;p26">
            <a:extLst>
              <a:ext uri="{FF2B5EF4-FFF2-40B4-BE49-F238E27FC236}">
                <a16:creationId xmlns:a16="http://schemas.microsoft.com/office/drawing/2014/main" id="{571F4C8A-17D0-03EC-6FE5-68182450E9D0}"/>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18" name="Google Shape;24;p26">
            <a:extLst>
              <a:ext uri="{FF2B5EF4-FFF2-40B4-BE49-F238E27FC236}">
                <a16:creationId xmlns:a16="http://schemas.microsoft.com/office/drawing/2014/main" id="{7C2E7A43-14D0-2BEA-3CA6-EFC63FD46BC0}"/>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19" name="Google Shape;24;p26">
            <a:extLst>
              <a:ext uri="{FF2B5EF4-FFF2-40B4-BE49-F238E27FC236}">
                <a16:creationId xmlns:a16="http://schemas.microsoft.com/office/drawing/2014/main" id="{5531E261-A54F-5BF1-3194-2FAA774C4FD2}"/>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20" name="Google Shape;24;p26">
            <a:extLst>
              <a:ext uri="{FF2B5EF4-FFF2-40B4-BE49-F238E27FC236}">
                <a16:creationId xmlns:a16="http://schemas.microsoft.com/office/drawing/2014/main" id="{CA7BD352-7A1C-E13F-955C-68CD790D5CDB}"/>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21" name="Google Shape;24;p26">
            <a:extLst>
              <a:ext uri="{FF2B5EF4-FFF2-40B4-BE49-F238E27FC236}">
                <a16:creationId xmlns:a16="http://schemas.microsoft.com/office/drawing/2014/main" id="{7B8DDF4D-2608-54F6-C2D8-97AA4F078683}"/>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22" name="Google Shape;24;p26">
            <a:extLst>
              <a:ext uri="{FF2B5EF4-FFF2-40B4-BE49-F238E27FC236}">
                <a16:creationId xmlns:a16="http://schemas.microsoft.com/office/drawing/2014/main" id="{BFD52ACE-1943-F107-4F60-E869E751C393}"/>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5" name="Google Shape;18;p26">
            <a:extLst>
              <a:ext uri="{FF2B5EF4-FFF2-40B4-BE49-F238E27FC236}">
                <a16:creationId xmlns:a16="http://schemas.microsoft.com/office/drawing/2014/main" id="{F58EC344-CBD9-11BC-201D-E1E1D48364AF}"/>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pic>
        <p:nvPicPr>
          <p:cNvPr id="25" name="Graphic 24">
            <a:extLst>
              <a:ext uri="{FF2B5EF4-FFF2-40B4-BE49-F238E27FC236}">
                <a16:creationId xmlns:a16="http://schemas.microsoft.com/office/drawing/2014/main" id="{CAD70370-529C-AB08-D974-788D40274038}"/>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1" y="238990"/>
            <a:ext cx="572666" cy="629931"/>
          </a:xfrm>
          <a:prstGeom prst="rect">
            <a:avLst/>
          </a:prstGeom>
        </p:spPr>
      </p:pic>
      <p:sp>
        <p:nvSpPr>
          <p:cNvPr id="2" name="Google Shape;22;p26">
            <a:extLst>
              <a:ext uri="{FF2B5EF4-FFF2-40B4-BE49-F238E27FC236}">
                <a16:creationId xmlns:a16="http://schemas.microsoft.com/office/drawing/2014/main" id="{9A8133DD-84D2-D748-0ABC-BF6ED0DADA4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C1FB6F3-18DD-A2B2-69C1-9A8C82F7FFA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C47BC8DF-0544-72F7-079D-7D37B6655FB2}"/>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8327297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Break Slid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53BD9F75-D4D5-1671-69E7-8827B8F0E17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45B6F066-7027-6C8D-88C9-A63310804D1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BF47ABB-BAA1-ED1A-C2CB-08A5AD2BF2C4}"/>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B4F2EE16-3133-4741-9B83-27EEFFB40CB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4EF2AD72-C585-8DFC-D8C6-7C66CF850725}"/>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245478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Break 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782AB7-F991-DB56-558C-B246AABA84E3}"/>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4" name="Google Shape;41;p28">
            <a:extLst>
              <a:ext uri="{FF2B5EF4-FFF2-40B4-BE49-F238E27FC236}">
                <a16:creationId xmlns:a16="http://schemas.microsoft.com/office/drawing/2014/main" id="{E0A28E8E-74E7-8041-0258-301147A1B7AF}"/>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15" name="Google Shape;24;p26">
            <a:extLst>
              <a:ext uri="{FF2B5EF4-FFF2-40B4-BE49-F238E27FC236}">
                <a16:creationId xmlns:a16="http://schemas.microsoft.com/office/drawing/2014/main" id="{6A0C8B14-2FB7-5C89-EE4F-E5ABCD33044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16" name="Straight Connector 15">
            <a:extLst>
              <a:ext uri="{FF2B5EF4-FFF2-40B4-BE49-F238E27FC236}">
                <a16:creationId xmlns:a16="http://schemas.microsoft.com/office/drawing/2014/main" id="{996DFDB4-8792-0DBC-A28F-B978788E0872}"/>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02322672-9E18-DF0D-FB66-4A5EF7EA94CD}"/>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7" name="Google Shape;21;p33">
            <a:extLst>
              <a:ext uri="{FF2B5EF4-FFF2-40B4-BE49-F238E27FC236}">
                <a16:creationId xmlns:a16="http://schemas.microsoft.com/office/drawing/2014/main" id="{1B33AA57-A469-D3D7-512B-6C47E0FF7CC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79514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Break Slide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B73F427-C17E-4D6F-5482-048D53CC5F09}"/>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B1824BAF-E3BC-FBA5-DE07-555B0B0D068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1464962D-83C2-E7E0-2178-08E7E3B6CD6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9328822-9300-A4BD-ACAF-5720BD7EC96B}"/>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C7D9C8D9-D5F1-B8CB-545C-C5AD77328B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84D80696-78E7-2436-F44C-882FFC1FBFDB}"/>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8168118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9" name="Google Shape;21;p33">
            <a:extLst>
              <a:ext uri="{FF2B5EF4-FFF2-40B4-BE49-F238E27FC236}">
                <a16:creationId xmlns:a16="http://schemas.microsoft.com/office/drawing/2014/main" id="{9DD421EE-A81C-E6F5-AFCC-40E69287AEA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3137913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01CCE6EA-2C40-085B-42D0-470AD681920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777263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Content with Subtitle 2">
    <p:bg>
      <p:bgPr>
        <a:solidFill>
          <a:schemeClr val="bg1"/>
        </a:solidFill>
        <a:effectLst/>
      </p:bgPr>
    </p:bg>
    <p:spTree>
      <p:nvGrpSpPr>
        <p:cNvPr id="1" name=""/>
        <p:cNvGrpSpPr/>
        <p:nvPr/>
      </p:nvGrpSpPr>
      <p:grpSpPr>
        <a:xfrm>
          <a:off x="0" y="0"/>
          <a:ext cx="0" cy="0"/>
          <a:chOff x="0" y="0"/>
          <a:chExt cx="0" cy="0"/>
        </a:xfrm>
      </p:grpSpPr>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239194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3_Title Content with Subtitle 2">
    <p:bg>
      <p:bgPr>
        <a:solidFill>
          <a:schemeClr val="bg1"/>
        </a:solidFill>
        <a:effectLst/>
      </p:bgPr>
    </p:bg>
    <p:spTree>
      <p:nvGrpSpPr>
        <p:cNvPr id="1" name=""/>
        <p:cNvGrpSpPr/>
        <p:nvPr/>
      </p:nvGrpSpPr>
      <p:grpSpPr>
        <a:xfrm>
          <a:off x="0" y="0"/>
          <a:ext cx="0" cy="0"/>
          <a:chOff x="0" y="0"/>
          <a:chExt cx="0" cy="0"/>
        </a:xfrm>
      </p:grpSpPr>
      <p:sp>
        <p:nvSpPr>
          <p:cNvPr id="12" name="Freeform: Shape 130">
            <a:extLst>
              <a:ext uri="{FF2B5EF4-FFF2-40B4-BE49-F238E27FC236}">
                <a16:creationId xmlns:a16="http://schemas.microsoft.com/office/drawing/2014/main" id="{5F949667-2402-5FFC-4567-8B9F56EF1DF4}"/>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8" name="Oval 17">
            <a:extLst>
              <a:ext uri="{FF2B5EF4-FFF2-40B4-BE49-F238E27FC236}">
                <a16:creationId xmlns:a16="http://schemas.microsoft.com/office/drawing/2014/main" id="{B3C82A2B-A5F6-055D-8F52-1CD70F6F010B}"/>
              </a:ext>
            </a:extLst>
          </p:cNvPr>
          <p:cNvSpPr/>
          <p:nvPr userDrawn="1"/>
        </p:nvSpPr>
        <p:spPr>
          <a:xfrm>
            <a:off x="1174811" y="509370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Shape 125">
            <a:extLst>
              <a:ext uri="{FF2B5EF4-FFF2-40B4-BE49-F238E27FC236}">
                <a16:creationId xmlns:a16="http://schemas.microsoft.com/office/drawing/2014/main" id="{6FDD0FF0-61D3-3751-CFD6-F195F4DD1CC5}"/>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7" name="Oval 16">
            <a:extLst>
              <a:ext uri="{FF2B5EF4-FFF2-40B4-BE49-F238E27FC236}">
                <a16:creationId xmlns:a16="http://schemas.microsoft.com/office/drawing/2014/main" id="{57E801A5-0F65-F1D1-B106-4405493A9ECE}"/>
              </a:ext>
            </a:extLst>
          </p:cNvPr>
          <p:cNvSpPr/>
          <p:nvPr userDrawn="1"/>
        </p:nvSpPr>
        <p:spPr>
          <a:xfrm>
            <a:off x="1180867" y="3343781"/>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100">
            <a:extLst>
              <a:ext uri="{FF2B5EF4-FFF2-40B4-BE49-F238E27FC236}">
                <a16:creationId xmlns:a16="http://schemas.microsoft.com/office/drawing/2014/main" id="{7DAE44FF-B8BF-84C2-C22B-DE6C69A6813B}"/>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2" name="Oval 1">
            <a:extLst>
              <a:ext uri="{FF2B5EF4-FFF2-40B4-BE49-F238E27FC236}">
                <a16:creationId xmlns:a16="http://schemas.microsoft.com/office/drawing/2014/main" id="{ED5BAACE-3A6A-42C5-7C71-36E2B7C3EA3C}"/>
              </a:ext>
            </a:extLst>
          </p:cNvPr>
          <p:cNvSpPr/>
          <p:nvPr userDrawn="1"/>
        </p:nvSpPr>
        <p:spPr>
          <a:xfrm>
            <a:off x="1180867" y="160386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Oval 2">
            <a:extLst>
              <a:ext uri="{FF2B5EF4-FFF2-40B4-BE49-F238E27FC236}">
                <a16:creationId xmlns:a16="http://schemas.microsoft.com/office/drawing/2014/main" id="{940EBC75-2CEB-5E5D-8C27-1B39BF84B02A}"/>
              </a:ext>
            </a:extLst>
          </p:cNvPr>
          <p:cNvSpPr/>
          <p:nvPr userDrawn="1"/>
        </p:nvSpPr>
        <p:spPr>
          <a:xfrm>
            <a:off x="1289356" y="171465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solidFill>
                <a:schemeClr val="tx1"/>
              </a:solidFill>
            </a:endParaRPr>
          </a:p>
        </p:txBody>
      </p:sp>
      <p:pic>
        <p:nvPicPr>
          <p:cNvPr id="4" name="Graphic 3">
            <a:hlinkClick r:id="rId2" action="ppaction://hlinksldjump"/>
            <a:extLst>
              <a:ext uri="{FF2B5EF4-FFF2-40B4-BE49-F238E27FC236}">
                <a16:creationId xmlns:a16="http://schemas.microsoft.com/office/drawing/2014/main" id="{C6631D92-7378-1FFF-D966-B6B53E5227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75609" y="1892825"/>
            <a:ext cx="231671" cy="247834"/>
          </a:xfrm>
          <a:prstGeom prst="rect">
            <a:avLst/>
          </a:prstGeom>
        </p:spPr>
      </p:pic>
      <p:sp>
        <p:nvSpPr>
          <p:cNvPr id="7" name="Oval 6">
            <a:extLst>
              <a:ext uri="{FF2B5EF4-FFF2-40B4-BE49-F238E27FC236}">
                <a16:creationId xmlns:a16="http://schemas.microsoft.com/office/drawing/2014/main" id="{8630FC86-A872-3FD4-DD0C-29D9EA4EB6CD}"/>
              </a:ext>
            </a:extLst>
          </p:cNvPr>
          <p:cNvSpPr/>
          <p:nvPr userDrawn="1"/>
        </p:nvSpPr>
        <p:spPr>
          <a:xfrm>
            <a:off x="1283300" y="345957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8" name="Graphic 7">
            <a:hlinkClick r:id="rId2" action="ppaction://hlinksldjump"/>
            <a:extLst>
              <a:ext uri="{FF2B5EF4-FFF2-40B4-BE49-F238E27FC236}">
                <a16:creationId xmlns:a16="http://schemas.microsoft.com/office/drawing/2014/main" id="{3BCE4232-0E14-4A1F-270B-618F7AFB0C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69553" y="3637745"/>
            <a:ext cx="231671" cy="247834"/>
          </a:xfrm>
          <a:prstGeom prst="rect">
            <a:avLst/>
          </a:prstGeom>
        </p:spPr>
      </p:pic>
      <p:sp>
        <p:nvSpPr>
          <p:cNvPr id="10" name="Oval 9">
            <a:extLst>
              <a:ext uri="{FF2B5EF4-FFF2-40B4-BE49-F238E27FC236}">
                <a16:creationId xmlns:a16="http://schemas.microsoft.com/office/drawing/2014/main" id="{91609B53-FE92-938F-C584-1FDBD0F9714E}"/>
              </a:ext>
            </a:extLst>
          </p:cNvPr>
          <p:cNvSpPr/>
          <p:nvPr userDrawn="1"/>
        </p:nvSpPr>
        <p:spPr>
          <a:xfrm>
            <a:off x="1295412" y="520449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11" name="Graphic 10">
            <a:hlinkClick r:id="rId2" action="ppaction://hlinksldjump"/>
            <a:extLst>
              <a:ext uri="{FF2B5EF4-FFF2-40B4-BE49-F238E27FC236}">
                <a16:creationId xmlns:a16="http://schemas.microsoft.com/office/drawing/2014/main" id="{C1DE6BDE-9D94-643B-CA40-42B087141C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81665" y="5382665"/>
            <a:ext cx="231671" cy="247834"/>
          </a:xfrm>
          <a:prstGeom prst="rect">
            <a:avLst/>
          </a:prstGeom>
        </p:spPr>
      </p:pic>
      <p:sp>
        <p:nvSpPr>
          <p:cNvPr id="13" name="Text Placeholder 29">
            <a:extLst>
              <a:ext uri="{FF2B5EF4-FFF2-40B4-BE49-F238E27FC236}">
                <a16:creationId xmlns:a16="http://schemas.microsoft.com/office/drawing/2014/main" id="{043A8F64-894D-BA58-5901-B324C4C71D19}"/>
              </a:ext>
            </a:extLst>
          </p:cNvPr>
          <p:cNvSpPr>
            <a:spLocks noGrp="1"/>
          </p:cNvSpPr>
          <p:nvPr>
            <p:ph type="body" sz="quarter" idx="12" hasCustomPrompt="1"/>
          </p:nvPr>
        </p:nvSpPr>
        <p:spPr>
          <a:xfrm>
            <a:off x="2121170" y="152906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4" name="Text Placeholder 29">
            <a:extLst>
              <a:ext uri="{FF2B5EF4-FFF2-40B4-BE49-F238E27FC236}">
                <a16:creationId xmlns:a16="http://schemas.microsoft.com/office/drawing/2014/main" id="{A52F3FEC-FAC6-0752-1743-1611E8DE6B60}"/>
              </a:ext>
            </a:extLst>
          </p:cNvPr>
          <p:cNvSpPr>
            <a:spLocks noGrp="1"/>
          </p:cNvSpPr>
          <p:nvPr>
            <p:ph type="body" sz="quarter" idx="13" hasCustomPrompt="1"/>
          </p:nvPr>
        </p:nvSpPr>
        <p:spPr>
          <a:xfrm>
            <a:off x="2121170" y="3268980"/>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5" name="Text Placeholder 29">
            <a:extLst>
              <a:ext uri="{FF2B5EF4-FFF2-40B4-BE49-F238E27FC236}">
                <a16:creationId xmlns:a16="http://schemas.microsoft.com/office/drawing/2014/main" id="{E77470C2-1C5C-C039-12BA-E7922CEE64C2}"/>
              </a:ext>
            </a:extLst>
          </p:cNvPr>
          <p:cNvSpPr>
            <a:spLocks noGrp="1"/>
          </p:cNvSpPr>
          <p:nvPr>
            <p:ph type="body" sz="quarter" idx="14" hasCustomPrompt="1"/>
          </p:nvPr>
        </p:nvSpPr>
        <p:spPr>
          <a:xfrm>
            <a:off x="2121170" y="501890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6" name="Text Placeholder 29">
            <a:extLst>
              <a:ext uri="{FF2B5EF4-FFF2-40B4-BE49-F238E27FC236}">
                <a16:creationId xmlns:a16="http://schemas.microsoft.com/office/drawing/2014/main" id="{B50F4AAE-B94E-189D-9C1D-D83A6F1766F1}"/>
              </a:ext>
            </a:extLst>
          </p:cNvPr>
          <p:cNvSpPr>
            <a:spLocks noGrp="1"/>
          </p:cNvSpPr>
          <p:nvPr>
            <p:ph type="body" sz="quarter" idx="25" hasCustomPrompt="1"/>
          </p:nvPr>
        </p:nvSpPr>
        <p:spPr>
          <a:xfrm>
            <a:off x="5538610" y="1382245"/>
            <a:ext cx="6095413" cy="4911006"/>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lvl="0"/>
            <a:r>
              <a:rPr lang="en-GB" dirty="0"/>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34973368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228564"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947480"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a:extLst>
              <a:ext uri="{96DAC541-7B7A-43D3-8B79-37D633B846F1}">
                <asvg:svgBlip xmlns:asvg="http://schemas.microsoft.com/office/drawing/2016/SVG/main" r:embed="rId2"/>
              </a:ext>
            </a:extLst>
          </a:blip>
          <a:srcRect l="39395" t="26219" r="10339" b="23780"/>
          <a:stretch/>
        </p:blipFill>
        <p:spPr>
          <a:xfrm>
            <a:off x="934033"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31A6B91-BC3D-DFFB-D615-1E39210AD71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873782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0_Title Content with Subtitle 2">
    <p:bg>
      <p:bgPr>
        <a:solidFill>
          <a:schemeClr val="bg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tx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solidFill>
                  <a:schemeClr val="tx1"/>
                </a:solidFill>
              </a:defRPr>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solidFill>
                  <a:schemeClr val="tx1"/>
                </a:solidFill>
              </a:defRPr>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solidFill>
                  <a:schemeClr val="tx1"/>
                </a:solidFill>
              </a:defRPr>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solidFill>
                  <a:schemeClr val="tx1"/>
                </a:solidFill>
              </a:defRPr>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 name="Google Shape;22;p26">
            <a:extLst>
              <a:ext uri="{FF2B5EF4-FFF2-40B4-BE49-F238E27FC236}">
                <a16:creationId xmlns:a16="http://schemas.microsoft.com/office/drawing/2014/main" id="{6B748954-01D9-1024-146C-7BB5E7844CE6}"/>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659F6186-7E74-4EB7-114C-04C4206C3C0B}"/>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4925464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
        <p:nvSpPr>
          <p:cNvPr id="6" name="Google Shape;21;p33">
            <a:extLst>
              <a:ext uri="{FF2B5EF4-FFF2-40B4-BE49-F238E27FC236}">
                <a16:creationId xmlns:a16="http://schemas.microsoft.com/office/drawing/2014/main" id="{A49585B3-35BC-8996-1ED1-14311B3BFE82}"/>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144653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bg1"/>
        </a:solidFill>
        <a:effectLst/>
      </p:bgPr>
    </p:bg>
    <p:spTree>
      <p:nvGrpSpPr>
        <p:cNvPr id="1" name=""/>
        <p:cNvGrpSpPr/>
        <p:nvPr/>
      </p:nvGrpSpPr>
      <p:grpSpPr>
        <a:xfrm>
          <a:off x="0" y="0"/>
          <a:ext cx="0" cy="0"/>
          <a:chOff x="0" y="0"/>
          <a:chExt cx="0" cy="0"/>
        </a:xfrm>
      </p:grpSpPr>
      <p:sp>
        <p:nvSpPr>
          <p:cNvPr id="3" name="Google Shape;22;p26">
            <a:extLst>
              <a:ext uri="{FF2B5EF4-FFF2-40B4-BE49-F238E27FC236}">
                <a16:creationId xmlns:a16="http://schemas.microsoft.com/office/drawing/2014/main" id="{9B989E15-C64E-6380-C523-FD6D0E7C97E8}"/>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C00BB305-E640-844F-1221-CD11AFE33D63}"/>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7" name="Text Placeholder 29">
            <a:extLst>
              <a:ext uri="{FF2B5EF4-FFF2-40B4-BE49-F238E27FC236}">
                <a16:creationId xmlns:a16="http://schemas.microsoft.com/office/drawing/2014/main" id="{0D0E09BA-1A8E-C1D3-D61B-400A35448717}"/>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0" name="Text Placeholder 29">
            <a:extLst>
              <a:ext uri="{FF2B5EF4-FFF2-40B4-BE49-F238E27FC236}">
                <a16:creationId xmlns:a16="http://schemas.microsoft.com/office/drawing/2014/main" id="{FE63F417-6006-9A64-A894-FABE0925D42E}"/>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01384AD7-7B64-F585-993B-4885BB7F87BF}"/>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44476820-AC10-F46C-AE32-BFF2361972A8}"/>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0431D914-25FF-86D7-FDF9-31BAB47FF10F}"/>
              </a:ext>
            </a:extLst>
          </p:cNvPr>
          <p:cNvSpPr>
            <a:spLocks noGrp="1"/>
          </p:cNvSpPr>
          <p:nvPr>
            <p:ph type="body" sz="quarter" idx="17"/>
          </p:nvPr>
        </p:nvSpPr>
        <p:spPr>
          <a:xfrm>
            <a:off x="999616"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7" name="Text Placeholder 29">
            <a:extLst>
              <a:ext uri="{FF2B5EF4-FFF2-40B4-BE49-F238E27FC236}">
                <a16:creationId xmlns:a16="http://schemas.microsoft.com/office/drawing/2014/main" id="{D83B7310-9BCE-4468-5E9D-8DDE65441AE2}"/>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29">
            <a:extLst>
              <a:ext uri="{FF2B5EF4-FFF2-40B4-BE49-F238E27FC236}">
                <a16:creationId xmlns:a16="http://schemas.microsoft.com/office/drawing/2014/main" id="{38A1D99D-33A4-1B2E-F589-8C9FB914652A}"/>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29">
            <a:extLst>
              <a:ext uri="{FF2B5EF4-FFF2-40B4-BE49-F238E27FC236}">
                <a16:creationId xmlns:a16="http://schemas.microsoft.com/office/drawing/2014/main" id="{EC5EFD97-771E-7331-840A-515C3296796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952501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F23EE78-4B7C-FE88-A9FB-C27A7529A77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7" name="Text Placeholder 29">
            <a:extLst>
              <a:ext uri="{FF2B5EF4-FFF2-40B4-BE49-F238E27FC236}">
                <a16:creationId xmlns:a16="http://schemas.microsoft.com/office/drawing/2014/main" id="{B77E4802-0012-E92E-1944-2EE244FDA526}"/>
              </a:ext>
            </a:extLst>
          </p:cNvPr>
          <p:cNvSpPr>
            <a:spLocks noGrp="1"/>
          </p:cNvSpPr>
          <p:nvPr>
            <p:ph type="body" sz="quarter" idx="23"/>
          </p:nvPr>
        </p:nvSpPr>
        <p:spPr>
          <a:xfrm>
            <a:off x="8309097"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29">
            <a:extLst>
              <a:ext uri="{FF2B5EF4-FFF2-40B4-BE49-F238E27FC236}">
                <a16:creationId xmlns:a16="http://schemas.microsoft.com/office/drawing/2014/main" id="{37582DCF-E36F-AD98-F54F-8875B55C8EC0}"/>
              </a:ext>
            </a:extLst>
          </p:cNvPr>
          <p:cNvSpPr>
            <a:spLocks noGrp="1"/>
          </p:cNvSpPr>
          <p:nvPr>
            <p:ph type="body" sz="quarter" idx="30"/>
          </p:nvPr>
        </p:nvSpPr>
        <p:spPr>
          <a:xfrm>
            <a:off x="4659386"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1" name="Text Placeholder 29">
            <a:extLst>
              <a:ext uri="{FF2B5EF4-FFF2-40B4-BE49-F238E27FC236}">
                <a16:creationId xmlns:a16="http://schemas.microsoft.com/office/drawing/2014/main" id="{6D052637-4413-4A99-1305-821EB135317A}"/>
              </a:ext>
            </a:extLst>
          </p:cNvPr>
          <p:cNvSpPr>
            <a:spLocks noGrp="1"/>
          </p:cNvSpPr>
          <p:nvPr>
            <p:ph type="body" sz="quarter" idx="31"/>
          </p:nvPr>
        </p:nvSpPr>
        <p:spPr>
          <a:xfrm>
            <a:off x="1009675"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3"/>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Tree>
    <p:extLst>
      <p:ext uri="{BB962C8B-B14F-4D97-AF65-F5344CB8AC3E}">
        <p14:creationId xmlns:p14="http://schemas.microsoft.com/office/powerpoint/2010/main" val="22126560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spTree>
      <p:nvGrpSpPr>
        <p:cNvPr id="1" name=""/>
        <p:cNvGrpSpPr/>
        <p:nvPr/>
      </p:nvGrpSpPr>
      <p:grpSpPr>
        <a:xfrm>
          <a:off x="0" y="0"/>
          <a:ext cx="0" cy="0"/>
          <a:chOff x="0" y="0"/>
          <a:chExt cx="0" cy="0"/>
        </a:xfrm>
      </p:grpSpPr>
      <p:sp>
        <p:nvSpPr>
          <p:cNvPr id="2" name="Text Placeholder 29">
            <a:extLst>
              <a:ext uri="{FF2B5EF4-FFF2-40B4-BE49-F238E27FC236}">
                <a16:creationId xmlns:a16="http://schemas.microsoft.com/office/drawing/2014/main" id="{1AC42BE0-2D56-2D92-48B8-04B90717018D}"/>
              </a:ext>
            </a:extLst>
          </p:cNvPr>
          <p:cNvSpPr>
            <a:spLocks noGrp="1"/>
          </p:cNvSpPr>
          <p:nvPr>
            <p:ph type="body" sz="quarter" idx="17"/>
          </p:nvPr>
        </p:nvSpPr>
        <p:spPr>
          <a:xfrm>
            <a:off x="9938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BDF998BC-F153-B576-C507-41EDE28E04E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7" name="Google Shape;18;p26">
            <a:extLst>
              <a:ext uri="{FF2B5EF4-FFF2-40B4-BE49-F238E27FC236}">
                <a16:creationId xmlns:a16="http://schemas.microsoft.com/office/drawing/2014/main" id="{0279D595-C019-D9CB-AFBF-9163B5AAE44C}"/>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0" name="Text Placeholder 29">
            <a:extLst>
              <a:ext uri="{FF2B5EF4-FFF2-40B4-BE49-F238E27FC236}">
                <a16:creationId xmlns:a16="http://schemas.microsoft.com/office/drawing/2014/main" id="{AD08BCF9-0055-C53E-29A2-D708FB041964}"/>
              </a:ext>
            </a:extLst>
          </p:cNvPr>
          <p:cNvSpPr>
            <a:spLocks noGrp="1"/>
          </p:cNvSpPr>
          <p:nvPr>
            <p:ph type="body" sz="quarter" idx="28"/>
          </p:nvPr>
        </p:nvSpPr>
        <p:spPr>
          <a:xfrm>
            <a:off x="46514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Text Placeholder 29">
            <a:extLst>
              <a:ext uri="{FF2B5EF4-FFF2-40B4-BE49-F238E27FC236}">
                <a16:creationId xmlns:a16="http://schemas.microsoft.com/office/drawing/2014/main" id="{BA20B6CD-2456-61B2-309E-83E5134297CD}"/>
              </a:ext>
            </a:extLst>
          </p:cNvPr>
          <p:cNvSpPr>
            <a:spLocks noGrp="1"/>
          </p:cNvSpPr>
          <p:nvPr>
            <p:ph type="body" sz="quarter" idx="29"/>
          </p:nvPr>
        </p:nvSpPr>
        <p:spPr>
          <a:xfrm>
            <a:off x="83090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13FE3F9D-E23C-938C-7DB6-F23E94329FC5}"/>
              </a:ext>
            </a:extLst>
          </p:cNvPr>
          <p:cNvSpPr>
            <a:spLocks noGrp="1"/>
          </p:cNvSpPr>
          <p:nvPr>
            <p:ph type="body" sz="quarter" idx="30"/>
          </p:nvPr>
        </p:nvSpPr>
        <p:spPr>
          <a:xfrm>
            <a:off x="83090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A03FF69E-9DBB-B947-BE0C-347517872542}"/>
              </a:ext>
            </a:extLst>
          </p:cNvPr>
          <p:cNvSpPr>
            <a:spLocks noGrp="1"/>
          </p:cNvSpPr>
          <p:nvPr>
            <p:ph type="body" sz="quarter" idx="31"/>
          </p:nvPr>
        </p:nvSpPr>
        <p:spPr>
          <a:xfrm>
            <a:off x="46514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8CD8A597-575C-5516-D031-AC2A3FFC038C}"/>
              </a:ext>
            </a:extLst>
          </p:cNvPr>
          <p:cNvSpPr>
            <a:spLocks noGrp="1"/>
          </p:cNvSpPr>
          <p:nvPr>
            <p:ph type="body" sz="quarter" idx="32"/>
          </p:nvPr>
        </p:nvSpPr>
        <p:spPr>
          <a:xfrm>
            <a:off x="100178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36668639"/>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17760C0-327F-11D4-C492-76B2A73CB11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274587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1_Title Content with Subtitle 2">
    <p:bg>
      <p:bgPr>
        <a:solidFill>
          <a:schemeClr val="bg1"/>
        </a:solidFill>
        <a:effectLst/>
      </p:bgPr>
    </p:bg>
    <p:spTree>
      <p:nvGrpSpPr>
        <p:cNvPr id="1" name=""/>
        <p:cNvGrpSpPr/>
        <p:nvPr/>
      </p:nvGrpSpPr>
      <p:grpSpPr>
        <a:xfrm>
          <a:off x="0" y="0"/>
          <a:ext cx="0" cy="0"/>
          <a:chOff x="0" y="0"/>
          <a:chExt cx="0" cy="0"/>
        </a:xfrm>
      </p:grpSpPr>
      <p:sp>
        <p:nvSpPr>
          <p:cNvPr id="4" name="Text Placeholder 29">
            <a:extLst>
              <a:ext uri="{FF2B5EF4-FFF2-40B4-BE49-F238E27FC236}">
                <a16:creationId xmlns:a16="http://schemas.microsoft.com/office/drawing/2014/main" id="{2C8A0DDA-CF2F-C90B-C88B-662DC5A84161}"/>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FE533F53-5F39-197F-584A-55552DA6DA27}"/>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6" name="Text Placeholder 29">
            <a:extLst>
              <a:ext uri="{FF2B5EF4-FFF2-40B4-BE49-F238E27FC236}">
                <a16:creationId xmlns:a16="http://schemas.microsoft.com/office/drawing/2014/main" id="{A25C08EE-2973-05B1-C777-A12BAE23D254}"/>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Text Placeholder 29">
            <a:extLst>
              <a:ext uri="{FF2B5EF4-FFF2-40B4-BE49-F238E27FC236}">
                <a16:creationId xmlns:a16="http://schemas.microsoft.com/office/drawing/2014/main" id="{84175955-06ED-8621-1F35-BA0FB5D7D7A7}"/>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Picture Placeholder 13">
            <a:extLst>
              <a:ext uri="{FF2B5EF4-FFF2-40B4-BE49-F238E27FC236}">
                <a16:creationId xmlns:a16="http://schemas.microsoft.com/office/drawing/2014/main" id="{BB46B5F1-C8B1-7564-50AA-442061B7D6FC}"/>
              </a:ext>
            </a:extLst>
          </p:cNvPr>
          <p:cNvSpPr>
            <a:spLocks noGrp="1"/>
          </p:cNvSpPr>
          <p:nvPr>
            <p:ph type="pic" sz="quarter" idx="21"/>
          </p:nvPr>
        </p:nvSpPr>
        <p:spPr>
          <a:xfrm>
            <a:off x="993896" y="1288487"/>
            <a:ext cx="2555678" cy="3691137"/>
          </a:xfrm>
        </p:spPr>
        <p:txBody>
          <a:bodyPr>
            <a:normAutofit/>
          </a:bodyPr>
          <a:lstStyle>
            <a:lvl1pPr>
              <a:defRPr sz="1000">
                <a:solidFill>
                  <a:schemeClr val="tx1"/>
                </a:solidFill>
              </a:defRPr>
            </a:lvl1pPr>
          </a:lstStyle>
          <a:p>
            <a:endParaRPr lang="en-GB"/>
          </a:p>
        </p:txBody>
      </p:sp>
      <p:sp>
        <p:nvSpPr>
          <p:cNvPr id="13" name="Picture Placeholder 13">
            <a:extLst>
              <a:ext uri="{FF2B5EF4-FFF2-40B4-BE49-F238E27FC236}">
                <a16:creationId xmlns:a16="http://schemas.microsoft.com/office/drawing/2014/main" id="{D541EE71-9004-D78A-46A7-C1B882F88124}"/>
              </a:ext>
            </a:extLst>
          </p:cNvPr>
          <p:cNvSpPr>
            <a:spLocks noGrp="1"/>
          </p:cNvSpPr>
          <p:nvPr>
            <p:ph type="pic" sz="quarter" idx="22"/>
          </p:nvPr>
        </p:nvSpPr>
        <p:spPr>
          <a:xfrm>
            <a:off x="3696701" y="1288487"/>
            <a:ext cx="2555678" cy="3691137"/>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AC63FC5A-402B-328F-2AD6-13A451FFD2F6}"/>
              </a:ext>
            </a:extLst>
          </p:cNvPr>
          <p:cNvSpPr>
            <a:spLocks noGrp="1"/>
          </p:cNvSpPr>
          <p:nvPr>
            <p:ph type="pic" sz="quarter" idx="23"/>
          </p:nvPr>
        </p:nvSpPr>
        <p:spPr>
          <a:xfrm>
            <a:off x="6399506" y="1288487"/>
            <a:ext cx="2555678" cy="3691137"/>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DF26EEDC-8832-421D-9DB7-BCF54FE6D9B7}"/>
              </a:ext>
            </a:extLst>
          </p:cNvPr>
          <p:cNvSpPr>
            <a:spLocks noGrp="1"/>
          </p:cNvSpPr>
          <p:nvPr>
            <p:ph type="pic" sz="quarter" idx="24"/>
          </p:nvPr>
        </p:nvSpPr>
        <p:spPr>
          <a:xfrm>
            <a:off x="9102312" y="1288487"/>
            <a:ext cx="2555678" cy="3691137"/>
          </a:xfrm>
        </p:spPr>
        <p:txBody>
          <a:bodyPr>
            <a:normAutofit/>
          </a:bodyPr>
          <a:lstStyle>
            <a:lvl1pPr>
              <a:defRPr sz="1000">
                <a:solidFill>
                  <a:schemeClr val="tx1"/>
                </a:solidFill>
              </a:defRPr>
            </a:lvl1pPr>
          </a:lstStyle>
          <a:p>
            <a:endParaRPr lang="en-GB"/>
          </a:p>
        </p:txBody>
      </p:sp>
      <p:sp>
        <p:nvSpPr>
          <p:cNvPr id="3" name="Google Shape;22;p26">
            <a:extLst>
              <a:ext uri="{FF2B5EF4-FFF2-40B4-BE49-F238E27FC236}">
                <a16:creationId xmlns:a16="http://schemas.microsoft.com/office/drawing/2014/main" id="{77141DC7-BA74-FA54-C25B-394DA004F204}"/>
              </a:ext>
            </a:extLst>
          </p:cNvPr>
          <p:cNvSpPr txBox="1">
            <a:spLocks noGrp="1"/>
          </p:cNvSpPr>
          <p:nvPr>
            <p:ph type="ftr" idx="3"/>
          </p:nvPr>
        </p:nvSpPr>
        <p:spPr>
          <a:xfrm>
            <a:off x="9562035"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9" name="Google Shape;18;p26">
            <a:extLst>
              <a:ext uri="{FF2B5EF4-FFF2-40B4-BE49-F238E27FC236}">
                <a16:creationId xmlns:a16="http://schemas.microsoft.com/office/drawing/2014/main" id="{1CD3AB12-AD83-360C-FFFB-1288B30761B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8961107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4D8E7F14-9C0A-3B96-68E4-98A22A03751D}"/>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6714961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Title Content with Subtitle 2">
    <p:bg>
      <p:bgPr>
        <a:solidFill>
          <a:schemeClr val="bg1"/>
        </a:solidFill>
        <a:effectLst/>
      </p:bgPr>
    </p:bg>
    <p:spTree>
      <p:nvGrpSpPr>
        <p:cNvPr id="1" name=""/>
        <p:cNvGrpSpPr/>
        <p:nvPr/>
      </p:nvGrpSpPr>
      <p:grpSpPr>
        <a:xfrm>
          <a:off x="0" y="0"/>
          <a:ext cx="0" cy="0"/>
          <a:chOff x="0" y="0"/>
          <a:chExt cx="0" cy="0"/>
        </a:xfrm>
      </p:grpSpPr>
      <p:sp>
        <p:nvSpPr>
          <p:cNvPr id="7" name="Text Placeholder 29">
            <a:extLst>
              <a:ext uri="{FF2B5EF4-FFF2-40B4-BE49-F238E27FC236}">
                <a16:creationId xmlns:a16="http://schemas.microsoft.com/office/drawing/2014/main" id="{3AA61CA9-2BE2-2D06-EFB2-9DD29718F0A3}"/>
              </a:ext>
            </a:extLst>
          </p:cNvPr>
          <p:cNvSpPr>
            <a:spLocks noGrp="1"/>
          </p:cNvSpPr>
          <p:nvPr>
            <p:ph type="body" sz="quarter" idx="22"/>
          </p:nvPr>
        </p:nvSpPr>
        <p:spPr>
          <a:xfrm>
            <a:off x="3693028"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Google Shape;24;p26">
            <a:extLst>
              <a:ext uri="{FF2B5EF4-FFF2-40B4-BE49-F238E27FC236}">
                <a16:creationId xmlns:a16="http://schemas.microsoft.com/office/drawing/2014/main" id="{6B6C8047-0491-9C29-C47A-B6FD3FB089CD}"/>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 name="Text Placeholder 29">
            <a:extLst>
              <a:ext uri="{FF2B5EF4-FFF2-40B4-BE49-F238E27FC236}">
                <a16:creationId xmlns:a16="http://schemas.microsoft.com/office/drawing/2014/main" id="{C058A599-7521-1D71-1E08-22071D540686}"/>
              </a:ext>
            </a:extLst>
          </p:cNvPr>
          <p:cNvSpPr>
            <a:spLocks noGrp="1"/>
          </p:cNvSpPr>
          <p:nvPr>
            <p:ph type="body" sz="quarter" idx="17"/>
          </p:nvPr>
        </p:nvSpPr>
        <p:spPr>
          <a:xfrm>
            <a:off x="993896"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FACF5EA3-536E-0471-A9D0-F110C4ED1A7B}"/>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E11DD705-ACC2-9E51-BCC3-79A140DF1F2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8" name="Text Placeholder 29">
            <a:extLst>
              <a:ext uri="{FF2B5EF4-FFF2-40B4-BE49-F238E27FC236}">
                <a16:creationId xmlns:a16="http://schemas.microsoft.com/office/drawing/2014/main" id="{DC442611-3D6A-330A-C05C-6AFF629C665A}"/>
              </a:ext>
            </a:extLst>
          </p:cNvPr>
          <p:cNvSpPr>
            <a:spLocks noGrp="1"/>
          </p:cNvSpPr>
          <p:nvPr>
            <p:ph type="body" sz="quarter" idx="23"/>
          </p:nvPr>
        </p:nvSpPr>
        <p:spPr>
          <a:xfrm>
            <a:off x="9091293"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E30FCCAB-5945-B145-6A8F-4B81A61F068B}"/>
              </a:ext>
            </a:extLst>
          </p:cNvPr>
          <p:cNvSpPr>
            <a:spLocks noGrp="1"/>
          </p:cNvSpPr>
          <p:nvPr>
            <p:ph type="body" sz="quarter" idx="24"/>
          </p:nvPr>
        </p:nvSpPr>
        <p:spPr>
          <a:xfrm>
            <a:off x="6392161"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Tree>
    <p:extLst>
      <p:ext uri="{BB962C8B-B14F-4D97-AF65-F5344CB8AC3E}">
        <p14:creationId xmlns:p14="http://schemas.microsoft.com/office/powerpoint/2010/main" val="26187053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and Object Box">
    <p:spTree>
      <p:nvGrpSpPr>
        <p:cNvPr id="1" name=""/>
        <p:cNvGrpSpPr/>
        <p:nvPr/>
      </p:nvGrpSpPr>
      <p:grpSpPr>
        <a:xfrm>
          <a:off x="0" y="0"/>
          <a:ext cx="0" cy="0"/>
          <a:chOff x="0" y="0"/>
          <a:chExt cx="0" cy="0"/>
        </a:xfrm>
      </p:grpSpPr>
      <p:sp>
        <p:nvSpPr>
          <p:cNvPr id="3" name="Google Shape;24;p26">
            <a:extLst>
              <a:ext uri="{FF2B5EF4-FFF2-40B4-BE49-F238E27FC236}">
                <a16:creationId xmlns:a16="http://schemas.microsoft.com/office/drawing/2014/main" id="{52C9C0D3-8DC3-41FC-E41A-697E9048B58D}"/>
              </a:ext>
            </a:extLst>
          </p:cNvPr>
          <p:cNvSpPr txBox="1">
            <a:spLocks noGrp="1"/>
          </p:cNvSpPr>
          <p:nvPr>
            <p:ph type="body" idx="2" hasCustomPrompt="1"/>
          </p:nvPr>
        </p:nvSpPr>
        <p:spPr>
          <a:xfrm>
            <a:off x="993896" y="1085261"/>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tx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4" name="Text Placeholder 29">
            <a:extLst>
              <a:ext uri="{FF2B5EF4-FFF2-40B4-BE49-F238E27FC236}">
                <a16:creationId xmlns:a16="http://schemas.microsoft.com/office/drawing/2014/main" id="{E615A253-5B1E-9AB4-D135-0130D8C50288}"/>
              </a:ext>
            </a:extLst>
          </p:cNvPr>
          <p:cNvSpPr>
            <a:spLocks noGrp="1"/>
          </p:cNvSpPr>
          <p:nvPr>
            <p:ph type="body" sz="quarter" idx="12"/>
          </p:nvPr>
        </p:nvSpPr>
        <p:spPr>
          <a:xfrm>
            <a:off x="993895"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29">
            <a:extLst>
              <a:ext uri="{FF2B5EF4-FFF2-40B4-BE49-F238E27FC236}">
                <a16:creationId xmlns:a16="http://schemas.microsoft.com/office/drawing/2014/main" id="{F0E2F280-E6EB-5C71-2F3F-12C955E1A4AF}"/>
              </a:ext>
            </a:extLst>
          </p:cNvPr>
          <p:cNvSpPr>
            <a:spLocks noGrp="1"/>
          </p:cNvSpPr>
          <p:nvPr>
            <p:ph type="body" sz="quarter" idx="15"/>
          </p:nvPr>
        </p:nvSpPr>
        <p:spPr>
          <a:xfrm>
            <a:off x="6096000"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Google Shape;22;p26">
            <a:extLst>
              <a:ext uri="{FF2B5EF4-FFF2-40B4-BE49-F238E27FC236}">
                <a16:creationId xmlns:a16="http://schemas.microsoft.com/office/drawing/2014/main" id="{0E05869E-EB3E-6E95-2C03-799E1759E05F}"/>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10" name="Google Shape;18;p26">
            <a:extLst>
              <a:ext uri="{FF2B5EF4-FFF2-40B4-BE49-F238E27FC236}">
                <a16:creationId xmlns:a16="http://schemas.microsoft.com/office/drawing/2014/main" id="{8B3A4F18-670E-635A-0CCD-8B27F72D6D4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2684985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Thank you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F8BCBBF0-E111-F024-4228-62A396116D4A}"/>
              </a:ext>
            </a:extLst>
          </p:cNvPr>
          <p:cNvSpPr>
            <a:spLocks noGrp="1"/>
          </p:cNvSpPr>
          <p:nvPr>
            <p:ph type="pic" sz="quarter" idx="10"/>
          </p:nvPr>
        </p:nvSpPr>
        <p:spPr>
          <a:xfrm>
            <a:off x="0" y="-1"/>
            <a:ext cx="12190413" cy="6858001"/>
          </a:xfrm>
        </p:spPr>
        <p:txBody>
          <a:bodyPr/>
          <a:lstStyle/>
          <a:p>
            <a:endParaRPr lang="en-IN"/>
          </a:p>
        </p:txBody>
      </p:sp>
      <p:sp>
        <p:nvSpPr>
          <p:cNvPr id="10" name="Google Shape;41;p28">
            <a:extLst>
              <a:ext uri="{FF2B5EF4-FFF2-40B4-BE49-F238E27FC236}">
                <a16:creationId xmlns:a16="http://schemas.microsoft.com/office/drawing/2014/main" id="{F6B6806E-A381-7E40-8F66-368932A6FEBF}"/>
              </a:ext>
            </a:extLst>
          </p:cNvPr>
          <p:cNvSpPr txBox="1">
            <a:spLocks noGrp="1"/>
          </p:cNvSpPr>
          <p:nvPr>
            <p:ph type="title" hasCustomPrompt="1"/>
          </p:nvPr>
        </p:nvSpPr>
        <p:spPr>
          <a:xfrm>
            <a:off x="910210" y="2568795"/>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Thank you</a:t>
            </a:r>
            <a:endParaRPr/>
          </a:p>
        </p:txBody>
      </p:sp>
      <p:sp>
        <p:nvSpPr>
          <p:cNvPr id="3" name="Google Shape;22;p26">
            <a:extLst>
              <a:ext uri="{FF2B5EF4-FFF2-40B4-BE49-F238E27FC236}">
                <a16:creationId xmlns:a16="http://schemas.microsoft.com/office/drawing/2014/main" id="{856A676F-3E51-6AED-EE05-71BA38E63DC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solidFill>
                  <a:schemeClr val="bg1">
                    <a:alpha val="50000"/>
                  </a:schemeClr>
                </a:solidFill>
              </a:rPr>
              <a:t>© 2025 Copyright Genpact. All Rights Reserved.</a:t>
            </a:r>
          </a:p>
        </p:txBody>
      </p:sp>
      <p:pic>
        <p:nvPicPr>
          <p:cNvPr id="13" name="Picture 12" descr="A logo with white text&#10;&#10;Description automatically generated">
            <a:extLst>
              <a:ext uri="{FF2B5EF4-FFF2-40B4-BE49-F238E27FC236}">
                <a16:creationId xmlns:a16="http://schemas.microsoft.com/office/drawing/2014/main" id="{4CD2F015-6671-BB1E-08B5-3E9A224E3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Tree>
    <p:extLst>
      <p:ext uri="{BB962C8B-B14F-4D97-AF65-F5344CB8AC3E}">
        <p14:creationId xmlns:p14="http://schemas.microsoft.com/office/powerpoint/2010/main" val="27167850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31C43D78-E981-9982-64C3-F187938C776F}"/>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653849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5D15AF2D-C12D-449E-D174-0D5AE6887B6E}"/>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DFA86F58-FA53-A9B5-9057-25AB9A16D3D3}"/>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8055837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7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248A3CC8-FE84-B70A-CD42-AD9C544ACBC3}"/>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1F72401B-92E5-25AE-3FEA-BB711A0C570C}"/>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25228646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3" name="Picture Placeholder 7">
            <a:extLst>
              <a:ext uri="{FF2B5EF4-FFF2-40B4-BE49-F238E27FC236}">
                <a16:creationId xmlns:a16="http://schemas.microsoft.com/office/drawing/2014/main" id="{B862E0FE-4F87-5684-E32E-370D3CF9A849}"/>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8F8ABE9E-B85C-7854-0B7D-FD84CA7D1DC2}"/>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41991750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FC512E5-9F1F-7A0D-7A71-51A402E2842E}"/>
              </a:ext>
            </a:extLst>
          </p:cNvPr>
          <p:cNvSpPr>
            <a:spLocks noGrp="1"/>
          </p:cNvSpPr>
          <p:nvPr>
            <p:ph type="pic" sz="quarter" idx="10"/>
          </p:nvPr>
        </p:nvSpPr>
        <p:spPr>
          <a:xfrm>
            <a:off x="6096000" y="0"/>
            <a:ext cx="6096000" cy="6858000"/>
          </a:xfrm>
        </p:spPr>
        <p:txBody>
          <a:bodyPr/>
          <a:lstStyle/>
          <a:p>
            <a:endParaRPr lang="en-IN"/>
          </a:p>
        </p:txBody>
      </p:sp>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4" name="Google Shape;21;p33">
            <a:extLst>
              <a:ext uri="{FF2B5EF4-FFF2-40B4-BE49-F238E27FC236}">
                <a16:creationId xmlns:a16="http://schemas.microsoft.com/office/drawing/2014/main" id="{1074D97E-DB98-E915-569A-5882E1EC4C63}"/>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3206495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9147392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117107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13" name="Graphic 12">
            <a:hlinkClick r:id="rId3" action="ppaction://hlinksldjump"/>
            <a:extLst>
              <a:ext uri="{FF2B5EF4-FFF2-40B4-BE49-F238E27FC236}">
                <a16:creationId xmlns:a16="http://schemas.microsoft.com/office/drawing/2014/main" id="{93145C6A-5E9D-4853-194B-6E4E162A5F8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rId3" action="ppaction://hlinksldjump"/>
            <a:extLst>
              <a:ext uri="{FF2B5EF4-FFF2-40B4-BE49-F238E27FC236}">
                <a16:creationId xmlns:a16="http://schemas.microsoft.com/office/drawing/2014/main" id="{C29152DF-CA6A-2D2B-F259-D361722B81E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21" name="Graphic 20">
            <a:hlinkClick r:id="rId3" action="ppaction://hlinksldjump"/>
            <a:extLst>
              <a:ext uri="{FF2B5EF4-FFF2-40B4-BE49-F238E27FC236}">
                <a16:creationId xmlns:a16="http://schemas.microsoft.com/office/drawing/2014/main" id="{4B2A357D-F5EC-7453-C3A1-EA3C8787BF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184602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a:extLst>
              <a:ext uri="{96DAC541-7B7A-43D3-8B79-37D633B846F1}">
                <asvg:svgBlip xmlns:asvg="http://schemas.microsoft.com/office/drawing/2016/SVG/main" r:embed="rId2"/>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3022711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478124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3" name="Text Placeholder 29">
            <a:extLst>
              <a:ext uri="{FF2B5EF4-FFF2-40B4-BE49-F238E27FC236}">
                <a16:creationId xmlns:a16="http://schemas.microsoft.com/office/drawing/2014/main" id="{A20BA513-AB44-FBCE-331C-59FEF272E254}"/>
              </a:ext>
            </a:extLst>
          </p:cNvPr>
          <p:cNvSpPr>
            <a:spLocks noGrp="1"/>
          </p:cNvSpPr>
          <p:nvPr>
            <p:ph type="body" sz="quarter" idx="12"/>
          </p:nvPr>
        </p:nvSpPr>
        <p:spPr>
          <a:xfrm>
            <a:off x="9938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A4D511F8-0DC1-91AC-E66E-7AFA42FDE4D1}"/>
              </a:ext>
            </a:extLst>
          </p:cNvPr>
          <p:cNvSpPr>
            <a:spLocks noGrp="1"/>
          </p:cNvSpPr>
          <p:nvPr>
            <p:ph type="body" sz="quarter" idx="24"/>
          </p:nvPr>
        </p:nvSpPr>
        <p:spPr>
          <a:xfrm>
            <a:off x="46514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6A8CF9EB-86D8-442F-E830-B539DD32C222}"/>
              </a:ext>
            </a:extLst>
          </p:cNvPr>
          <p:cNvSpPr>
            <a:spLocks noGrp="1"/>
          </p:cNvSpPr>
          <p:nvPr>
            <p:ph type="body" sz="quarter" idx="26"/>
          </p:nvPr>
        </p:nvSpPr>
        <p:spPr>
          <a:xfrm>
            <a:off x="8300367"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3"/>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3"/>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3"/>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3"/>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3"/>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06873750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a:extLst>
              <a:ext uri="{96DAC541-7B7A-43D3-8B79-37D633B846F1}">
                <asvg:svgBlip xmlns:asvg="http://schemas.microsoft.com/office/drawing/2016/SVG/main" r:embed="rId2"/>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8742889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93424833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285290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image" Target="../media/image7.png"/><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image" Target="../media/image6.svg"/><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theme" Target="../theme/theme2.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image" Target="../media/image7.png"/><Relationship Id="rId2" Type="http://schemas.openxmlformats.org/officeDocument/2006/relationships/slideLayout" Target="../slideLayouts/slideLayout57.xml"/><Relationship Id="rId16" Type="http://schemas.openxmlformats.org/officeDocument/2006/relationships/image" Target="../media/image2.sv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theme" Target="../theme/theme3.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5/8/2026</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755941"/>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 id="2147484083" r:id="rId12"/>
    <p:sldLayoutId id="2147484084" r:id="rId13"/>
    <p:sldLayoutId id="2147484085" r:id="rId14"/>
    <p:sldLayoutId id="2147484086" r:id="rId15"/>
    <p:sldLayoutId id="2147484087" r:id="rId16"/>
    <p:sldLayoutId id="2147484088" r:id="rId17"/>
    <p:sldLayoutId id="2147484089" r:id="rId18"/>
    <p:sldLayoutId id="2147484090" r:id="rId19"/>
    <p:sldLayoutId id="2147484091" r:id="rId20"/>
    <p:sldLayoutId id="2147484092" r:id="rId21"/>
    <p:sldLayoutId id="2147484093" r:id="rId22"/>
    <p:sldLayoutId id="2147484094" r:id="rId23"/>
    <p:sldLayoutId id="2147484095" r:id="rId24"/>
    <p:sldLayoutId id="2147484096" r:id="rId25"/>
    <p:sldLayoutId id="2147484097" r:id="rId26"/>
    <p:sldLayoutId id="2147484098" r:id="rId27"/>
    <p:sldLayoutId id="2147484099" r:id="rId28"/>
    <p:sldLayoutId id="2147484100" r:id="rId29"/>
    <p:sldLayoutId id="2147484101" r:id="rId30"/>
    <p:sldLayoutId id="2147484102" r:id="rId31"/>
    <p:sldLayoutId id="2147484103" r:id="rId32"/>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7" name="Graphic 6">
            <a:extLst>
              <a:ext uri="{FF2B5EF4-FFF2-40B4-BE49-F238E27FC236}">
                <a16:creationId xmlns:a16="http://schemas.microsoft.com/office/drawing/2014/main" id="{DFEB7F22-4A70-E54B-3A3E-143E726EEE28}"/>
              </a:ext>
            </a:extLst>
          </p:cNvPr>
          <p:cNvPicPr>
            <a:picLocks noChangeAspect="1"/>
          </p:cNvPicPr>
          <p:nvPr userDrawn="1"/>
        </p:nvPicPr>
        <p:blipFill>
          <a:blip>
            <a:extLst>
              <a:ext uri="{96DAC541-7B7A-43D3-8B79-37D633B846F1}">
                <asvg:svgBlip xmlns:asvg="http://schemas.microsoft.com/office/drawing/2016/SVG/main" r:embed="rId25"/>
              </a:ext>
            </a:extLst>
          </a:blip>
          <a:srcRect l="8134" t="14156" r="57486" b="13360"/>
          <a:stretch/>
        </p:blipFill>
        <p:spPr>
          <a:xfrm>
            <a:off x="211951" y="238990"/>
            <a:ext cx="572666" cy="629931"/>
          </a:xfrm>
          <a:prstGeom prst="rect">
            <a:avLst/>
          </a:prstGeom>
        </p:spPr>
      </p:pic>
      <p:sp>
        <p:nvSpPr>
          <p:cNvPr id="5" name="Google Shape;22;p26">
            <a:extLst>
              <a:ext uri="{FF2B5EF4-FFF2-40B4-BE49-F238E27FC236}">
                <a16:creationId xmlns:a16="http://schemas.microsoft.com/office/drawing/2014/main" id="{460F95E3-9554-37AD-D5D9-F95CE4E7582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sz="800" b="0" i="0" u="none" strike="noStrike" cap="none">
                <a:solidFill>
                  <a:schemeClr val="tx1">
                    <a:alpha val="50000"/>
                  </a:schemeClr>
                </a:solidFill>
                <a:latin typeface="Funnel Sans" pitchFamily="2" charset="0"/>
                <a:cs typeface="Arial"/>
                <a:sym typeface="Arial"/>
              </a:rPr>
              <a:t>© 2025 Copyright Genpact. All Rights Reserved</a:t>
            </a:r>
            <a:r>
              <a:rPr lang="en-GB"/>
              <a:t>.</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8900852"/>
      </p:ext>
    </p:extLst>
  </p:cSld>
  <p:clrMap bg1="lt1" tx1="dk1" bg2="lt2" tx2="dk2" accent1="accent1" accent2="accent2" accent3="accent3" accent4="accent4" accent5="accent5" accent6="accent6" hlink="hlink" folHlink="folHlink"/>
  <p:sldLayoutIdLst>
    <p:sldLayoutId id="2147483814" r:id="rId1"/>
    <p:sldLayoutId id="2147483805" r:id="rId2"/>
    <p:sldLayoutId id="2147483769" r:id="rId3"/>
    <p:sldLayoutId id="2147483770" r:id="rId4"/>
    <p:sldLayoutId id="2147483793" r:id="rId5"/>
    <p:sldLayoutId id="2147483780" r:id="rId6"/>
    <p:sldLayoutId id="2147483798" r:id="rId7"/>
    <p:sldLayoutId id="2147483773" r:id="rId8"/>
    <p:sldLayoutId id="2147483783" r:id="rId9"/>
    <p:sldLayoutId id="2147483789" r:id="rId10"/>
    <p:sldLayoutId id="2147483872" r:id="rId11"/>
    <p:sldLayoutId id="2147483784" r:id="rId12"/>
    <p:sldLayoutId id="2147483790" r:id="rId13"/>
    <p:sldLayoutId id="2147483781" r:id="rId14"/>
    <p:sldLayoutId id="2147483787" r:id="rId15"/>
    <p:sldLayoutId id="2147483782" r:id="rId16"/>
    <p:sldLayoutId id="2147483788" r:id="rId17"/>
    <p:sldLayoutId id="2147483785" r:id="rId18"/>
    <p:sldLayoutId id="2147483791" r:id="rId19"/>
    <p:sldLayoutId id="2147483786" r:id="rId20"/>
    <p:sldLayoutId id="2147483792" r:id="rId21"/>
    <p:sldLayoutId id="2147483777" r:id="rId22"/>
    <p:sldLayoutId id="2147483819" r:id="rId23"/>
  </p:sldLayoutIdLst>
  <p:hf hdr="0" dt="0"/>
  <p:txStyles>
    <p:titleStyle>
      <a:lvl1pPr algn="l" defTabSz="914400" rtl="0" eaLnBrk="1" latinLnBrk="0" hangingPunct="1">
        <a:lnSpc>
          <a:spcPct val="90000"/>
        </a:lnSpc>
        <a:spcBef>
          <a:spcPct val="0"/>
        </a:spcBef>
        <a:buNone/>
        <a:defRPr sz="4400" b="1" kern="1200">
          <a:solidFill>
            <a:schemeClr val="tx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26"/>
        </a:buBlip>
        <a:defRPr sz="2400" kern="1200">
          <a:solidFill>
            <a:schemeClr val="tx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26"/>
        </a:buBlip>
        <a:defRPr sz="2000" kern="1200">
          <a:solidFill>
            <a:schemeClr val="tx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26"/>
        </a:buBlip>
        <a:defRPr sz="1800" kern="1200">
          <a:solidFill>
            <a:schemeClr val="tx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26"/>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pic>
        <p:nvPicPr>
          <p:cNvPr id="4" name="Graphic 3">
            <a:extLst>
              <a:ext uri="{FF2B5EF4-FFF2-40B4-BE49-F238E27FC236}">
                <a16:creationId xmlns:a16="http://schemas.microsoft.com/office/drawing/2014/main" id="{0A1A8C10-643A-1914-FCD3-BE3D60B7F665}"/>
              </a:ext>
            </a:extLst>
          </p:cNvPr>
          <p:cNvPicPr>
            <a:picLocks noChangeAspect="1"/>
          </p:cNvPicPr>
          <p:nvPr userDrawn="1"/>
        </p:nvPicPr>
        <p:blipFill>
          <a:blip>
            <a:extLst>
              <a:ext uri="{96DAC541-7B7A-43D3-8B79-37D633B846F1}">
                <asvg:svgBlip xmlns:asvg="http://schemas.microsoft.com/office/drawing/2016/SVG/main" r:embed="rId16"/>
              </a:ext>
            </a:extLst>
          </a:blip>
          <a:srcRect l="8134" t="14156" r="57486" b="13360"/>
          <a:stretch/>
        </p:blipFill>
        <p:spPr>
          <a:xfrm>
            <a:off x="211950" y="238991"/>
            <a:ext cx="572667" cy="629932"/>
          </a:xfrm>
          <a:prstGeom prst="rect">
            <a:avLst/>
          </a:prstGeom>
        </p:spPr>
      </p:pic>
      <p:sp>
        <p:nvSpPr>
          <p:cNvPr id="8" name="Google Shape;22;p26">
            <a:extLst>
              <a:ext uri="{FF2B5EF4-FFF2-40B4-BE49-F238E27FC236}">
                <a16:creationId xmlns:a16="http://schemas.microsoft.com/office/drawing/2014/main" id="{967D9A61-5F6C-328D-DB67-296B2D24620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390437262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8" r:id="rId3"/>
    <p:sldLayoutId id="2147483829" r:id="rId4"/>
    <p:sldLayoutId id="2147483838" r:id="rId5"/>
    <p:sldLayoutId id="2147483853" r:id="rId6"/>
    <p:sldLayoutId id="2147483854" r:id="rId7"/>
    <p:sldLayoutId id="2147483871" r:id="rId8"/>
    <p:sldLayoutId id="2147483856" r:id="rId9"/>
    <p:sldLayoutId id="2147483858" r:id="rId10"/>
    <p:sldLayoutId id="2147483860" r:id="rId11"/>
    <p:sldLayoutId id="2147483870" r:id="rId12"/>
    <p:sldLayoutId id="2147483862" r:id="rId13"/>
    <p:sldLayoutId id="2147483864" r:id="rId14"/>
  </p:sldLayoutIdLst>
  <p:hf hdr="0" dt="0"/>
  <p:txStyles>
    <p:titleStyle>
      <a:lvl1pPr algn="l" defTabSz="914400" rtl="0" eaLnBrk="1" latinLnBrk="0" hangingPunct="1">
        <a:lnSpc>
          <a:spcPct val="90000"/>
        </a:lnSpc>
        <a:spcBef>
          <a:spcPct val="0"/>
        </a:spcBef>
        <a:buNone/>
        <a:defRPr sz="4400" b="1" kern="1200">
          <a:solidFill>
            <a:schemeClr val="bg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17"/>
        </a:buBlip>
        <a:defRPr sz="2400" kern="1200">
          <a:solidFill>
            <a:schemeClr val="bg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17"/>
        </a:buBlip>
        <a:defRPr sz="2000" kern="1200">
          <a:solidFill>
            <a:schemeClr val="bg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17"/>
        </a:buBlip>
        <a:defRPr sz="1800" kern="1200">
          <a:solidFill>
            <a:schemeClr val="bg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17"/>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sv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jpe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2F89-35E4-263E-693D-6D8F90FC055B}"/>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E77B7A0D-B09E-8D05-E1DA-2A87CE3C57A1}"/>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p:pic>
      <p:sp>
        <p:nvSpPr>
          <p:cNvPr id="2" name="Title 1">
            <a:extLst>
              <a:ext uri="{FF2B5EF4-FFF2-40B4-BE49-F238E27FC236}">
                <a16:creationId xmlns:a16="http://schemas.microsoft.com/office/drawing/2014/main" id="{D289B8CA-2FB5-921F-6DF5-48D5BC44FDCD}"/>
              </a:ext>
            </a:extLst>
          </p:cNvPr>
          <p:cNvSpPr>
            <a:spLocks noGrp="1"/>
          </p:cNvSpPr>
          <p:nvPr>
            <p:ph type="title"/>
          </p:nvPr>
        </p:nvSpPr>
        <p:spPr>
          <a:xfrm>
            <a:off x="707571" y="2568795"/>
            <a:ext cx="5320696" cy="1720409"/>
          </a:xfrm>
        </p:spPr>
        <p:txBody>
          <a:bodyPr/>
          <a:lstStyle/>
          <a:p>
            <a:r>
              <a:rPr lang="en-US" sz="4400" dirty="0">
                <a:solidFill>
                  <a:srgbClr val="FFFFFF"/>
                </a:solidFill>
                <a:latin typeface="Calibri" pitchFamily="34" charset="0"/>
                <a:ea typeface="Calibri" pitchFamily="34" charset="-122"/>
                <a:cs typeface="Calibri" pitchFamily="34" charset="-120"/>
              </a:rPr>
              <a:t>End-to-End Salient</a:t>
            </a:r>
            <a:br>
              <a:rPr lang="en-US" sz="4400" dirty="0"/>
            </a:br>
            <a:r>
              <a:rPr lang="en-US" sz="4400" dirty="0">
                <a:solidFill>
                  <a:srgbClr val="FFFFFF"/>
                </a:solidFill>
                <a:latin typeface="Calibri" pitchFamily="34" charset="0"/>
                <a:ea typeface="Calibri" pitchFamily="34" charset="-122"/>
                <a:cs typeface="Calibri" pitchFamily="34" charset="-120"/>
              </a:rPr>
              <a:t>Object Detection</a:t>
            </a:r>
            <a:endParaRPr lang="en-US" sz="4400" dirty="0"/>
          </a:p>
        </p:txBody>
      </p:sp>
      <p:sp>
        <p:nvSpPr>
          <p:cNvPr id="3" name="Text Placeholder 2">
            <a:extLst>
              <a:ext uri="{FF2B5EF4-FFF2-40B4-BE49-F238E27FC236}">
                <a16:creationId xmlns:a16="http://schemas.microsoft.com/office/drawing/2014/main" id="{D25B4D42-B44E-4DC8-572D-7BC0E291904A}"/>
              </a:ext>
            </a:extLst>
          </p:cNvPr>
          <p:cNvSpPr>
            <a:spLocks noGrp="1"/>
          </p:cNvSpPr>
          <p:nvPr>
            <p:ph type="body" idx="2"/>
          </p:nvPr>
        </p:nvSpPr>
        <p:spPr>
          <a:xfrm>
            <a:off x="511628" y="4441371"/>
            <a:ext cx="2552777" cy="925154"/>
          </a:xfrm>
        </p:spPr>
        <p:txBody>
          <a:bodyPr/>
          <a:lstStyle/>
          <a:p>
            <a:r>
              <a:rPr lang="en-GB" dirty="0"/>
              <a:t>Intern: </a:t>
            </a:r>
            <a:r>
              <a:rPr lang="en-GB" dirty="0" err="1"/>
              <a:t>Florjetë</a:t>
            </a:r>
            <a:r>
              <a:rPr lang="en-GB" dirty="0"/>
              <a:t> Kuka</a:t>
            </a:r>
          </a:p>
        </p:txBody>
      </p:sp>
      <p:grpSp>
        <p:nvGrpSpPr>
          <p:cNvPr id="10" name="Group 9">
            <a:extLst>
              <a:ext uri="{FF2B5EF4-FFF2-40B4-BE49-F238E27FC236}">
                <a16:creationId xmlns:a16="http://schemas.microsoft.com/office/drawing/2014/main" id="{EA04054B-679E-BA39-959F-36D889206B25}"/>
              </a:ext>
            </a:extLst>
          </p:cNvPr>
          <p:cNvGrpSpPr/>
          <p:nvPr/>
        </p:nvGrpSpPr>
        <p:grpSpPr>
          <a:xfrm>
            <a:off x="910209" y="5169675"/>
            <a:ext cx="710126" cy="196850"/>
            <a:chOff x="1601959" y="2654797"/>
            <a:chExt cx="710126" cy="196850"/>
          </a:xfrm>
        </p:grpSpPr>
        <p:pic>
          <p:nvPicPr>
            <p:cNvPr id="11" name="Graphic 10">
              <a:extLst>
                <a:ext uri="{FF2B5EF4-FFF2-40B4-BE49-F238E27FC236}">
                  <a16:creationId xmlns:a16="http://schemas.microsoft.com/office/drawing/2014/main" id="{35327F8B-9E9E-96D0-0370-C7F85D7301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1589656" y="2667100"/>
              <a:ext cx="196850" cy="172244"/>
            </a:xfrm>
            <a:prstGeom prst="rect">
              <a:avLst/>
            </a:prstGeom>
          </p:spPr>
        </p:pic>
        <p:pic>
          <p:nvPicPr>
            <p:cNvPr id="12" name="Graphic 11">
              <a:extLst>
                <a:ext uri="{FF2B5EF4-FFF2-40B4-BE49-F238E27FC236}">
                  <a16:creationId xmlns:a16="http://schemas.microsoft.com/office/drawing/2014/main" id="{A7A80CCA-406F-3711-01F4-AD7F74D97E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1768950" y="2667100"/>
              <a:ext cx="196850" cy="172244"/>
            </a:xfrm>
            <a:prstGeom prst="rect">
              <a:avLst/>
            </a:prstGeom>
          </p:spPr>
        </p:pic>
        <p:pic>
          <p:nvPicPr>
            <p:cNvPr id="13" name="Graphic 12">
              <a:extLst>
                <a:ext uri="{FF2B5EF4-FFF2-40B4-BE49-F238E27FC236}">
                  <a16:creationId xmlns:a16="http://schemas.microsoft.com/office/drawing/2014/main" id="{A554269C-7C88-6BDF-9FB7-BDF18AFE12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1948244" y="2667100"/>
              <a:ext cx="196850" cy="172244"/>
            </a:xfrm>
            <a:prstGeom prst="rect">
              <a:avLst/>
            </a:prstGeom>
          </p:spPr>
        </p:pic>
        <p:pic>
          <p:nvPicPr>
            <p:cNvPr id="14" name="Graphic 13">
              <a:extLst>
                <a:ext uri="{FF2B5EF4-FFF2-40B4-BE49-F238E27FC236}">
                  <a16:creationId xmlns:a16="http://schemas.microsoft.com/office/drawing/2014/main" id="{C0A36176-6383-BA5E-08CC-43DCD1D6E8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2127538" y="2667100"/>
              <a:ext cx="196850" cy="172244"/>
            </a:xfrm>
            <a:prstGeom prst="rect">
              <a:avLst/>
            </a:prstGeom>
          </p:spPr>
        </p:pic>
      </p:grpSp>
      <p:sp>
        <p:nvSpPr>
          <p:cNvPr id="4" name="Google Shape;22;p26">
            <a:extLst>
              <a:ext uri="{FF2B5EF4-FFF2-40B4-BE49-F238E27FC236}">
                <a16:creationId xmlns:a16="http://schemas.microsoft.com/office/drawing/2014/main" id="{3BAFF4A0-B264-2D6C-628F-C83431317F1B}"/>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864225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C7E3-C7BC-5390-8B0C-B9DAF6429A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A28BEF-D1FC-51FF-9179-8566320AA938}"/>
              </a:ext>
            </a:extLst>
          </p:cNvPr>
          <p:cNvSpPr>
            <a:spLocks noGrp="1"/>
          </p:cNvSpPr>
          <p:nvPr>
            <p:ph type="body" idx="2"/>
          </p:nvPr>
        </p:nvSpPr>
        <p:spPr>
          <a:xfrm>
            <a:off x="957944" y="1605677"/>
            <a:ext cx="4169228" cy="3962142"/>
          </a:xfrm>
        </p:spPr>
        <p:txBody>
          <a:bodyPr/>
          <a:lstStyle/>
          <a:p>
            <a:pPr marL="342900" indent="-342900">
              <a:lnSpc>
                <a:spcPct val="200000"/>
              </a:lnSpc>
              <a:buBlip>
                <a:blip>
                  <a:extLst>
                    <a:ext uri="{96DAC541-7B7A-43D3-8B79-37D633B846F1}">
                      <asvg:svgBlip xmlns:asvg="http://schemas.microsoft.com/office/drawing/2016/SVG/main" r:embed="rId2"/>
                    </a:ext>
                  </a:extLst>
                </a:blip>
              </a:buBlip>
            </a:pPr>
            <a:r>
              <a:rPr lang="en-GB" dirty="0"/>
              <a:t>Project Overview</a:t>
            </a:r>
          </a:p>
          <a:p>
            <a:pPr marL="342900" indent="-342900">
              <a:lnSpc>
                <a:spcPct val="200000"/>
              </a:lnSpc>
              <a:buBlip>
                <a:blip>
                  <a:extLst>
                    <a:ext uri="{96DAC541-7B7A-43D3-8B79-37D633B846F1}">
                      <asvg:svgBlip xmlns:asvg="http://schemas.microsoft.com/office/drawing/2016/SVG/main" r:embed="rId2"/>
                    </a:ext>
                  </a:extLst>
                </a:blip>
              </a:buBlip>
            </a:pPr>
            <a:r>
              <a:rPr lang="sq-AL" dirty="0"/>
              <a:t>CNN Encoder–Decoder Architecture</a:t>
            </a:r>
            <a:endParaRPr lang="en-GB" dirty="0"/>
          </a:p>
          <a:p>
            <a:pPr marL="342900" indent="-342900">
              <a:lnSpc>
                <a:spcPct val="200000"/>
              </a:lnSpc>
              <a:buBlip>
                <a:blip>
                  <a:extLst>
                    <a:ext uri="{96DAC541-7B7A-43D3-8B79-37D633B846F1}">
                      <asvg:svgBlip xmlns:asvg="http://schemas.microsoft.com/office/drawing/2016/SVG/main" r:embed="rId2"/>
                    </a:ext>
                  </a:extLst>
                </a:blip>
              </a:buBlip>
            </a:pPr>
            <a:r>
              <a:rPr lang="en-GB" dirty="0"/>
              <a:t>Evaluation Results</a:t>
            </a:r>
          </a:p>
          <a:p>
            <a:pPr marL="342900" indent="-342900">
              <a:lnSpc>
                <a:spcPct val="200000"/>
              </a:lnSpc>
              <a:buBlip>
                <a:blip>
                  <a:extLst>
                    <a:ext uri="{96DAC541-7B7A-43D3-8B79-37D633B846F1}">
                      <asvg:svgBlip xmlns:asvg="http://schemas.microsoft.com/office/drawing/2016/SVG/main" r:embed="rId2"/>
                    </a:ext>
                  </a:extLst>
                </a:blip>
              </a:buBlip>
            </a:pPr>
            <a:r>
              <a:rPr lang="en-GB" dirty="0"/>
              <a:t>Conclusions</a:t>
            </a:r>
          </a:p>
        </p:txBody>
      </p:sp>
      <p:sp>
        <p:nvSpPr>
          <p:cNvPr id="17" name="Title 16">
            <a:extLst>
              <a:ext uri="{FF2B5EF4-FFF2-40B4-BE49-F238E27FC236}">
                <a16:creationId xmlns:a16="http://schemas.microsoft.com/office/drawing/2014/main" id="{C226C17C-2F71-336C-5CC4-E1E1A8617AD0}"/>
              </a:ext>
            </a:extLst>
          </p:cNvPr>
          <p:cNvSpPr>
            <a:spLocks noGrp="1"/>
          </p:cNvSpPr>
          <p:nvPr>
            <p:ph type="title"/>
          </p:nvPr>
        </p:nvSpPr>
        <p:spPr/>
        <p:txBody>
          <a:bodyPr/>
          <a:lstStyle/>
          <a:p>
            <a:r>
              <a:rPr lang="en-GB"/>
              <a:t>Agenda</a:t>
            </a:r>
            <a:br>
              <a:rPr lang="en-GB"/>
            </a:br>
            <a:endParaRPr lang="en-GB"/>
          </a:p>
        </p:txBody>
      </p:sp>
      <p:pic>
        <p:nvPicPr>
          <p:cNvPr id="5" name="Picture Placeholder 4" descr="A close up of lights&#10;&#10;Description automatically generated">
            <a:extLst>
              <a:ext uri="{FF2B5EF4-FFF2-40B4-BE49-F238E27FC236}">
                <a16:creationId xmlns:a16="http://schemas.microsoft.com/office/drawing/2014/main" id="{FEDAF118-E016-4955-5BDA-6C1D9318BC2E}"/>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p:blipFill>
        <p:spPr/>
      </p:pic>
      <p:sp>
        <p:nvSpPr>
          <p:cNvPr id="3" name="Google Shape;22;p26">
            <a:extLst>
              <a:ext uri="{FF2B5EF4-FFF2-40B4-BE49-F238E27FC236}">
                <a16:creationId xmlns:a16="http://schemas.microsoft.com/office/drawing/2014/main" id="{C5CB86FA-5F4A-A5BB-E7E4-33DDF26705F8}"/>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363736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06AB-F20F-3EE4-D53D-73971669D444}"/>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C35ACABC-9C23-5ADF-788E-3275C778FEBD}"/>
              </a:ext>
            </a:extLst>
          </p:cNvPr>
          <p:cNvSpPr>
            <a:spLocks noGrp="1"/>
          </p:cNvSpPr>
          <p:nvPr>
            <p:ph type="body" sz="quarter" idx="12"/>
          </p:nvPr>
        </p:nvSpPr>
        <p:spPr>
          <a:xfrm>
            <a:off x="993896" y="1996574"/>
            <a:ext cx="4285676" cy="3805729"/>
          </a:xfrm>
        </p:spPr>
        <p:txBody>
          <a:bodyPr>
            <a:normAutofit fontScale="40000" lnSpcReduction="20000"/>
          </a:bodyPr>
          <a:lstStyle/>
          <a:p>
            <a:pPr>
              <a:buNone/>
            </a:pPr>
            <a:r>
              <a:rPr lang="sq-AL" sz="3400" b="1" dirty="0"/>
              <a:t>Goal</a:t>
            </a:r>
          </a:p>
          <a:p>
            <a:pPr>
              <a:buNone/>
            </a:pPr>
            <a:r>
              <a:rPr lang="sq-AL" sz="3400" dirty="0"/>
              <a:t>Build a Salient Object Detection system using a CNN architecture implemented from scratch in PyTorch.</a:t>
            </a:r>
          </a:p>
          <a:p>
            <a:pPr>
              <a:buNone/>
            </a:pPr>
            <a:r>
              <a:rPr lang="sq-AL" sz="3400" b="1" dirty="0"/>
              <a:t>Technologies</a:t>
            </a:r>
          </a:p>
          <a:p>
            <a:pPr marL="285750" indent="-285750"/>
            <a:r>
              <a:rPr lang="sq-AL" sz="3400" dirty="0"/>
              <a:t>PyTorch </a:t>
            </a:r>
          </a:p>
          <a:p>
            <a:pPr marL="285750" indent="-285750"/>
            <a:r>
              <a:rPr lang="sq-AL" sz="3400" dirty="0"/>
              <a:t>Google Colab </a:t>
            </a:r>
          </a:p>
          <a:p>
            <a:pPr marL="285750" indent="-285750"/>
            <a:r>
              <a:rPr lang="sq-AL" sz="3400" dirty="0"/>
              <a:t>MSRA10K Dataset </a:t>
            </a:r>
          </a:p>
          <a:p>
            <a:pPr>
              <a:buNone/>
            </a:pPr>
            <a:r>
              <a:rPr lang="sq-AL" sz="3400" b="1" dirty="0"/>
              <a:t>Features</a:t>
            </a:r>
          </a:p>
          <a:p>
            <a:pPr marL="285750" indent="-285750"/>
            <a:r>
              <a:rPr lang="sq-AL" sz="3400" dirty="0"/>
              <a:t>Image preprocessing </a:t>
            </a:r>
          </a:p>
          <a:p>
            <a:pPr marL="285750" indent="-285750"/>
            <a:r>
              <a:rPr lang="sq-AL" sz="3400" dirty="0"/>
              <a:t>Encoder-decoder CNN </a:t>
            </a:r>
          </a:p>
          <a:p>
            <a:pPr marL="285750" indent="-285750"/>
            <a:r>
              <a:rPr lang="sq-AL" sz="3400" dirty="0"/>
              <a:t>Saliency mask prediction </a:t>
            </a:r>
          </a:p>
          <a:p>
            <a:pPr marL="285750" indent="-285750"/>
            <a:r>
              <a:rPr lang="sq-AL" sz="3400" dirty="0"/>
              <a:t>Model evaluation using IoU and F1-score</a:t>
            </a:r>
          </a:p>
          <a:p>
            <a:pPr marL="720000" lvl="3" indent="0">
              <a:buNone/>
            </a:pPr>
            <a:endParaRPr lang="en-US" sz="1000" dirty="0"/>
          </a:p>
        </p:txBody>
      </p:sp>
      <p:sp>
        <p:nvSpPr>
          <p:cNvPr id="6" name="Title 5">
            <a:extLst>
              <a:ext uri="{FF2B5EF4-FFF2-40B4-BE49-F238E27FC236}">
                <a16:creationId xmlns:a16="http://schemas.microsoft.com/office/drawing/2014/main" id="{5D15A0A0-1C52-B517-31CE-3F31DBC41D8C}"/>
              </a:ext>
            </a:extLst>
          </p:cNvPr>
          <p:cNvSpPr>
            <a:spLocks noGrp="1"/>
          </p:cNvSpPr>
          <p:nvPr>
            <p:ph type="title"/>
          </p:nvPr>
        </p:nvSpPr>
        <p:spPr/>
        <p:txBody>
          <a:bodyPr/>
          <a:lstStyle/>
          <a:p>
            <a:r>
              <a:rPr lang="sq-AL" dirty="0"/>
              <a:t>Project Overview </a:t>
            </a:r>
            <a:endParaRPr lang="en-US" dirty="0">
              <a:solidFill>
                <a:srgbClr val="FFFFFF"/>
              </a:solidFill>
            </a:endParaRPr>
          </a:p>
        </p:txBody>
      </p:sp>
      <p:pic>
        <p:nvPicPr>
          <p:cNvPr id="5" name="Picture 4" descr="A side-by-side comparison photograph shows a yellow and orange rose with a green stem on the right and its corresponding white silhouette mask on the left against a black background. The silhouette highlights the precise outline of the rose, demonstrating object segmentation or shape extraction from the original photo.&#10;&#10;AI-generated content may be incorrect.">
            <a:extLst>
              <a:ext uri="{FF2B5EF4-FFF2-40B4-BE49-F238E27FC236}">
                <a16:creationId xmlns:a16="http://schemas.microsoft.com/office/drawing/2014/main" id="{A7DE0C87-4341-EBB7-6D73-D3746B7FFCD5}"/>
              </a:ext>
            </a:extLst>
          </p:cNvPr>
          <p:cNvPicPr>
            <a:picLocks noChangeAspect="1"/>
          </p:cNvPicPr>
          <p:nvPr/>
        </p:nvPicPr>
        <p:blipFill>
          <a:blip r:embed="rId2"/>
          <a:stretch>
            <a:fillRect/>
          </a:stretch>
        </p:blipFill>
        <p:spPr>
          <a:xfrm>
            <a:off x="5279572" y="1589313"/>
            <a:ext cx="6429375" cy="3352800"/>
          </a:xfrm>
          <a:prstGeom prst="rect">
            <a:avLst/>
          </a:prstGeom>
        </p:spPr>
      </p:pic>
      <p:sp>
        <p:nvSpPr>
          <p:cNvPr id="7" name="TextBox 6">
            <a:extLst>
              <a:ext uri="{FF2B5EF4-FFF2-40B4-BE49-F238E27FC236}">
                <a16:creationId xmlns:a16="http://schemas.microsoft.com/office/drawing/2014/main" id="{64945C91-3B4C-036F-D209-9C456BEC6C84}"/>
              </a:ext>
            </a:extLst>
          </p:cNvPr>
          <p:cNvSpPr txBox="1"/>
          <p:nvPr/>
        </p:nvSpPr>
        <p:spPr>
          <a:xfrm>
            <a:off x="5464629" y="4985657"/>
            <a:ext cx="5954485" cy="307777"/>
          </a:xfrm>
          <a:prstGeom prst="rect">
            <a:avLst/>
          </a:prstGeom>
          <a:noFill/>
        </p:spPr>
        <p:txBody>
          <a:bodyPr wrap="square" rtlCol="0">
            <a:spAutoFit/>
          </a:bodyPr>
          <a:lstStyle/>
          <a:p>
            <a:r>
              <a:rPr lang="en-GB" i="1" dirty="0">
                <a:solidFill>
                  <a:schemeClr val="bg1"/>
                </a:solidFill>
              </a:rPr>
              <a:t>Figure 1. Mask and corresponding image from the MSRA10K dataset</a:t>
            </a:r>
            <a:endParaRPr lang="sq-AL" i="1" dirty="0">
              <a:solidFill>
                <a:schemeClr val="bg1"/>
              </a:solidFill>
            </a:endParaRPr>
          </a:p>
        </p:txBody>
      </p:sp>
    </p:spTree>
    <p:extLst>
      <p:ext uri="{BB962C8B-B14F-4D97-AF65-F5344CB8AC3E}">
        <p14:creationId xmlns:p14="http://schemas.microsoft.com/office/powerpoint/2010/main" val="271185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9302-F4B6-E083-3E20-EC3270E03A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23E8F89-BE5D-05B5-41DF-0F31930CA5D7}"/>
              </a:ext>
            </a:extLst>
          </p:cNvPr>
          <p:cNvSpPr>
            <a:spLocks noGrp="1"/>
          </p:cNvSpPr>
          <p:nvPr>
            <p:ph type="title"/>
          </p:nvPr>
        </p:nvSpPr>
        <p:spPr/>
        <p:txBody>
          <a:bodyPr/>
          <a:lstStyle/>
          <a:p>
            <a:r>
              <a:rPr lang="sq-AL" dirty="0"/>
              <a:t>CNN Encoder–Decoder Architecture</a:t>
            </a:r>
            <a:endParaRPr lang="en-US" dirty="0">
              <a:solidFill>
                <a:srgbClr val="FFFFFF"/>
              </a:solidFill>
            </a:endParaRPr>
          </a:p>
        </p:txBody>
      </p:sp>
      <p:sp>
        <p:nvSpPr>
          <p:cNvPr id="4" name="TextBox 3">
            <a:extLst>
              <a:ext uri="{FF2B5EF4-FFF2-40B4-BE49-F238E27FC236}">
                <a16:creationId xmlns:a16="http://schemas.microsoft.com/office/drawing/2014/main" id="{8A7DAD17-C768-C73E-87AC-6EC7A3145C13}"/>
              </a:ext>
            </a:extLst>
          </p:cNvPr>
          <p:cNvSpPr txBox="1"/>
          <p:nvPr/>
        </p:nvSpPr>
        <p:spPr>
          <a:xfrm>
            <a:off x="315686" y="1908166"/>
            <a:ext cx="3200400" cy="3041667"/>
          </a:xfrm>
          <a:prstGeom prst="rect">
            <a:avLst/>
          </a:prstGeom>
          <a:noFill/>
        </p:spPr>
        <p:txBody>
          <a:bodyPr wrap="square" rtlCol="0">
            <a:spAutoFit/>
          </a:bodyPr>
          <a:lstStyle/>
          <a:p>
            <a:pPr marL="285750" indent="-285750">
              <a:lnSpc>
                <a:spcPct val="200000"/>
              </a:lnSpc>
              <a:buClr>
                <a:schemeClr val="bg1"/>
              </a:buClr>
              <a:buFont typeface="Arial" panose="020B0604020202020204" pitchFamily="34" charset="0"/>
              <a:buChar char="•"/>
            </a:pPr>
            <a:r>
              <a:rPr lang="sq-AL" dirty="0">
                <a:solidFill>
                  <a:schemeClr val="bg1"/>
                </a:solidFill>
              </a:rPr>
              <a:t>Encoder extracts image features </a:t>
            </a:r>
          </a:p>
          <a:p>
            <a:pPr marL="285750" indent="-285750">
              <a:lnSpc>
                <a:spcPct val="200000"/>
              </a:lnSpc>
              <a:buClr>
                <a:schemeClr val="bg1"/>
              </a:buClr>
              <a:buFont typeface="Arial" panose="020B0604020202020204" pitchFamily="34" charset="0"/>
              <a:buChar char="•"/>
            </a:pPr>
            <a:r>
              <a:rPr lang="sq-AL" dirty="0">
                <a:solidFill>
                  <a:schemeClr val="bg1"/>
                </a:solidFill>
              </a:rPr>
              <a:t>Bottleneck learns deeper representations </a:t>
            </a:r>
          </a:p>
          <a:p>
            <a:pPr marL="285750" indent="-285750">
              <a:lnSpc>
                <a:spcPct val="200000"/>
              </a:lnSpc>
              <a:buClr>
                <a:schemeClr val="bg1"/>
              </a:buClr>
              <a:buFont typeface="Arial" panose="020B0604020202020204" pitchFamily="34" charset="0"/>
              <a:buChar char="•"/>
            </a:pPr>
            <a:r>
              <a:rPr lang="sq-AL" dirty="0">
                <a:solidFill>
                  <a:schemeClr val="bg1"/>
                </a:solidFill>
              </a:rPr>
              <a:t>Decoder reconstructs segmentation mask </a:t>
            </a:r>
          </a:p>
          <a:p>
            <a:pPr marL="285750" indent="-285750">
              <a:lnSpc>
                <a:spcPct val="200000"/>
              </a:lnSpc>
              <a:buClr>
                <a:schemeClr val="bg1"/>
              </a:buClr>
              <a:buFont typeface="Arial" panose="020B0604020202020204" pitchFamily="34" charset="0"/>
              <a:buChar char="•"/>
            </a:pPr>
            <a:r>
              <a:rPr lang="sq-AL" dirty="0">
                <a:solidFill>
                  <a:schemeClr val="bg1"/>
                </a:solidFill>
              </a:rPr>
              <a:t>Skip connections improve boundary details</a:t>
            </a:r>
          </a:p>
        </p:txBody>
      </p:sp>
      <p:pic>
        <p:nvPicPr>
          <p:cNvPr id="12" name="Picture 11">
            <a:extLst>
              <a:ext uri="{FF2B5EF4-FFF2-40B4-BE49-F238E27FC236}">
                <a16:creationId xmlns:a16="http://schemas.microsoft.com/office/drawing/2014/main" id="{85947104-06D1-D9C5-5BFA-F9CEFFEE8C53}"/>
              </a:ext>
            </a:extLst>
          </p:cNvPr>
          <p:cNvPicPr>
            <a:picLocks noChangeAspect="1"/>
          </p:cNvPicPr>
          <p:nvPr/>
        </p:nvPicPr>
        <p:blipFill>
          <a:blip r:embed="rId2"/>
          <a:stretch>
            <a:fillRect/>
          </a:stretch>
        </p:blipFill>
        <p:spPr>
          <a:xfrm>
            <a:off x="3755572" y="1447800"/>
            <a:ext cx="7924800" cy="3962400"/>
          </a:xfrm>
          <a:prstGeom prst="rect">
            <a:avLst/>
          </a:prstGeom>
        </p:spPr>
      </p:pic>
    </p:spTree>
    <p:extLst>
      <p:ext uri="{BB962C8B-B14F-4D97-AF65-F5344CB8AC3E}">
        <p14:creationId xmlns:p14="http://schemas.microsoft.com/office/powerpoint/2010/main" val="1639830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B4723-5711-6845-A4FD-B1A86E4B22E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6028E29-A60B-DDF6-CBFF-F173885F99FD}"/>
              </a:ext>
            </a:extLst>
          </p:cNvPr>
          <p:cNvSpPr>
            <a:spLocks noGrp="1"/>
          </p:cNvSpPr>
          <p:nvPr>
            <p:ph type="title"/>
          </p:nvPr>
        </p:nvSpPr>
        <p:spPr/>
        <p:txBody>
          <a:bodyPr/>
          <a:lstStyle/>
          <a:p>
            <a:r>
              <a:rPr lang="en-GB" dirty="0">
                <a:latin typeface="Funnel Sans"/>
              </a:rPr>
              <a:t>Results</a:t>
            </a:r>
            <a:endParaRPr lang="en-US" dirty="0">
              <a:solidFill>
                <a:srgbClr val="FFFFFF"/>
              </a:solidFill>
              <a:latin typeface="Funnel Sans"/>
            </a:endParaRPr>
          </a:p>
        </p:txBody>
      </p:sp>
      <p:graphicFrame>
        <p:nvGraphicFramePr>
          <p:cNvPr id="2" name="Table 1">
            <a:extLst>
              <a:ext uri="{FF2B5EF4-FFF2-40B4-BE49-F238E27FC236}">
                <a16:creationId xmlns:a16="http://schemas.microsoft.com/office/drawing/2014/main" id="{24FD3717-E8EC-9B42-63C9-1B6C9B3AA6DA}"/>
              </a:ext>
            </a:extLst>
          </p:cNvPr>
          <p:cNvGraphicFramePr>
            <a:graphicFrameLocks noGrp="1"/>
          </p:cNvGraphicFramePr>
          <p:nvPr>
            <p:extLst>
              <p:ext uri="{D42A27DB-BD31-4B8C-83A1-F6EECF244321}">
                <p14:modId xmlns:p14="http://schemas.microsoft.com/office/powerpoint/2010/main" val="3702857559"/>
              </p:ext>
            </p:extLst>
          </p:nvPr>
        </p:nvGraphicFramePr>
        <p:xfrm>
          <a:off x="4637315" y="2316654"/>
          <a:ext cx="6455226" cy="2864945"/>
        </p:xfrm>
        <a:graphic>
          <a:graphicData uri="http://schemas.openxmlformats.org/drawingml/2006/table">
            <a:tbl>
              <a:tblPr>
                <a:tableStyleId>{5202B0CA-FC54-4496-8BCA-5EF66A818D29}</a:tableStyleId>
              </a:tblPr>
              <a:tblGrid>
                <a:gridCol w="3227613">
                  <a:extLst>
                    <a:ext uri="{9D8B030D-6E8A-4147-A177-3AD203B41FA5}">
                      <a16:colId xmlns:a16="http://schemas.microsoft.com/office/drawing/2014/main" val="1329648942"/>
                    </a:ext>
                  </a:extLst>
                </a:gridCol>
                <a:gridCol w="3227613">
                  <a:extLst>
                    <a:ext uri="{9D8B030D-6E8A-4147-A177-3AD203B41FA5}">
                      <a16:colId xmlns:a16="http://schemas.microsoft.com/office/drawing/2014/main" val="1227895721"/>
                    </a:ext>
                  </a:extLst>
                </a:gridCol>
              </a:tblGrid>
              <a:tr h="572989">
                <a:tc>
                  <a:txBody>
                    <a:bodyPr/>
                    <a:lstStyle/>
                    <a:p>
                      <a:pPr>
                        <a:buNone/>
                      </a:pPr>
                      <a:r>
                        <a:rPr lang="sq-AL" b="1" dirty="0">
                          <a:solidFill>
                            <a:schemeClr val="tx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buNone/>
                      </a:pPr>
                      <a:r>
                        <a:rPr lang="sq-AL" b="1" dirty="0">
                          <a:solidFill>
                            <a:schemeClr val="tx1"/>
                          </a:solidFill>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766308435"/>
                  </a:ext>
                </a:extLst>
              </a:tr>
              <a:tr h="572989">
                <a:tc>
                  <a:txBody>
                    <a:bodyPr/>
                    <a:lstStyle/>
                    <a:p>
                      <a:pPr>
                        <a:buNone/>
                      </a:pPr>
                      <a:r>
                        <a:rPr lang="sq-AL" dirty="0">
                          <a:solidFill>
                            <a:schemeClr val="tx1"/>
                          </a:solidFill>
                        </a:rPr>
                        <a:t>IoU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sq-AL" dirty="0">
                          <a:solidFill>
                            <a:schemeClr val="tx1"/>
                          </a:solidFill>
                        </a:rPr>
                        <a:t>0.6470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5877179"/>
                  </a:ext>
                </a:extLst>
              </a:tr>
              <a:tr h="572989">
                <a:tc>
                  <a:txBody>
                    <a:bodyPr/>
                    <a:lstStyle/>
                    <a:p>
                      <a:pPr>
                        <a:buNone/>
                      </a:pPr>
                      <a:r>
                        <a:rPr lang="sq-AL" dirty="0">
                          <a:solidFill>
                            <a:schemeClr val="tx1"/>
                          </a:solidFill>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sq-AL" dirty="0">
                          <a:solidFill>
                            <a:schemeClr val="tx1"/>
                          </a:solidFill>
                        </a:rPr>
                        <a:t>0.7582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6931774"/>
                  </a:ext>
                </a:extLst>
              </a:tr>
              <a:tr h="572989">
                <a:tc>
                  <a:txBody>
                    <a:bodyPr/>
                    <a:lstStyle/>
                    <a:p>
                      <a:pPr>
                        <a:buNone/>
                      </a:pPr>
                      <a:r>
                        <a:rPr lang="sq-AL">
                          <a:solidFill>
                            <a:schemeClr val="tx1"/>
                          </a:solidFill>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sq-AL" dirty="0">
                          <a:solidFill>
                            <a:schemeClr val="tx1"/>
                          </a:solidFill>
                        </a:rPr>
                        <a:t>0.8267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0562379"/>
                  </a:ext>
                </a:extLst>
              </a:tr>
              <a:tr h="572989">
                <a:tc>
                  <a:txBody>
                    <a:bodyPr/>
                    <a:lstStyle/>
                    <a:p>
                      <a:pPr>
                        <a:buNone/>
                      </a:pPr>
                      <a:r>
                        <a:rPr lang="sq-AL">
                          <a:solidFill>
                            <a:schemeClr val="tx1"/>
                          </a:solidFill>
                        </a:rPr>
                        <a:t>F1-score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sq-AL" dirty="0">
                          <a:solidFill>
                            <a:schemeClr val="tx1"/>
                          </a:solidFill>
                        </a:rPr>
                        <a:t>0.7895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3780858"/>
                  </a:ext>
                </a:extLst>
              </a:tr>
            </a:tbl>
          </a:graphicData>
        </a:graphic>
      </p:graphicFrame>
      <p:sp>
        <p:nvSpPr>
          <p:cNvPr id="3" name="TextBox 2">
            <a:extLst>
              <a:ext uri="{FF2B5EF4-FFF2-40B4-BE49-F238E27FC236}">
                <a16:creationId xmlns:a16="http://schemas.microsoft.com/office/drawing/2014/main" id="{7F1D3B4A-6B40-9A7C-6FDD-23B9ADAD2221}"/>
              </a:ext>
            </a:extLst>
          </p:cNvPr>
          <p:cNvSpPr txBox="1"/>
          <p:nvPr/>
        </p:nvSpPr>
        <p:spPr>
          <a:xfrm>
            <a:off x="808839" y="2316654"/>
            <a:ext cx="3001161" cy="1938992"/>
          </a:xfrm>
          <a:prstGeom prst="rect">
            <a:avLst/>
          </a:prstGeom>
          <a:noFill/>
        </p:spPr>
        <p:txBody>
          <a:bodyPr wrap="square" rtlCol="0">
            <a:spAutoFit/>
          </a:bodyPr>
          <a:lstStyle/>
          <a:p>
            <a:r>
              <a:rPr lang="en-GB" sz="2000" b="1" dirty="0">
                <a:solidFill>
                  <a:schemeClr val="bg1"/>
                </a:solidFill>
                <a:latin typeface="Funnel Sans"/>
              </a:rPr>
              <a:t>Improvements:</a:t>
            </a:r>
          </a:p>
          <a:p>
            <a:endParaRPr lang="en-GB" sz="2000" b="1" dirty="0">
              <a:solidFill>
                <a:schemeClr val="bg1"/>
              </a:solidFill>
              <a:latin typeface="Funnel Sans"/>
            </a:endParaRPr>
          </a:p>
          <a:p>
            <a:pPr marL="342900" indent="-342900">
              <a:buClr>
                <a:schemeClr val="bg1"/>
              </a:buClr>
              <a:buFont typeface="Arial" panose="020B0604020202020204" pitchFamily="34" charset="0"/>
              <a:buChar char="•"/>
            </a:pPr>
            <a:r>
              <a:rPr lang="en-GB" sz="2000" dirty="0">
                <a:solidFill>
                  <a:schemeClr val="bg1"/>
                </a:solidFill>
                <a:latin typeface="Funnel Sans"/>
              </a:rPr>
              <a:t>Batch Normalization </a:t>
            </a:r>
          </a:p>
          <a:p>
            <a:pPr marL="342900" indent="-342900">
              <a:buClr>
                <a:schemeClr val="bg1"/>
              </a:buClr>
              <a:buFont typeface="Arial" panose="020B0604020202020204" pitchFamily="34" charset="0"/>
              <a:buChar char="•"/>
            </a:pPr>
            <a:r>
              <a:rPr lang="en-GB" sz="2000" dirty="0">
                <a:solidFill>
                  <a:schemeClr val="bg1"/>
                </a:solidFill>
                <a:latin typeface="Funnel Sans"/>
              </a:rPr>
              <a:t>Data Augmentation </a:t>
            </a:r>
          </a:p>
          <a:p>
            <a:pPr marL="342900" indent="-342900">
              <a:buClr>
                <a:schemeClr val="bg1"/>
              </a:buClr>
              <a:buFont typeface="Arial" panose="020B0604020202020204" pitchFamily="34" charset="0"/>
              <a:buChar char="•"/>
            </a:pPr>
            <a:r>
              <a:rPr lang="en-GB" sz="2000" dirty="0">
                <a:solidFill>
                  <a:schemeClr val="bg1"/>
                </a:solidFill>
                <a:latin typeface="Funnel Sans"/>
              </a:rPr>
              <a:t>Threshold Tuning </a:t>
            </a:r>
          </a:p>
          <a:p>
            <a:pPr marL="342900" indent="-342900">
              <a:buClr>
                <a:schemeClr val="bg1"/>
              </a:buClr>
              <a:buFont typeface="Arial" panose="020B0604020202020204" pitchFamily="34" charset="0"/>
              <a:buChar char="•"/>
            </a:pPr>
            <a:r>
              <a:rPr lang="en-GB" sz="2000" dirty="0">
                <a:solidFill>
                  <a:schemeClr val="bg1"/>
                </a:solidFill>
                <a:latin typeface="Funnel Sans"/>
              </a:rPr>
              <a:t>Longer Training </a:t>
            </a:r>
          </a:p>
        </p:txBody>
      </p:sp>
      <p:sp>
        <p:nvSpPr>
          <p:cNvPr id="14" name="TextBox 13">
            <a:extLst>
              <a:ext uri="{FF2B5EF4-FFF2-40B4-BE49-F238E27FC236}">
                <a16:creationId xmlns:a16="http://schemas.microsoft.com/office/drawing/2014/main" id="{7B726389-9E4D-116E-A11C-204C3110D8BF}"/>
              </a:ext>
            </a:extLst>
          </p:cNvPr>
          <p:cNvSpPr txBox="1"/>
          <p:nvPr/>
        </p:nvSpPr>
        <p:spPr>
          <a:xfrm>
            <a:off x="4561115" y="1807028"/>
            <a:ext cx="5954485" cy="307777"/>
          </a:xfrm>
          <a:prstGeom prst="rect">
            <a:avLst/>
          </a:prstGeom>
          <a:noFill/>
        </p:spPr>
        <p:txBody>
          <a:bodyPr wrap="square" rtlCol="0">
            <a:spAutoFit/>
          </a:bodyPr>
          <a:lstStyle/>
          <a:p>
            <a:r>
              <a:rPr lang="en-GB" i="1" dirty="0">
                <a:solidFill>
                  <a:schemeClr val="bg1"/>
                </a:solidFill>
              </a:rPr>
              <a:t>Table 1. Metric results</a:t>
            </a:r>
            <a:endParaRPr lang="sq-AL" i="1" dirty="0">
              <a:solidFill>
                <a:schemeClr val="bg1"/>
              </a:solidFill>
            </a:endParaRPr>
          </a:p>
        </p:txBody>
      </p:sp>
    </p:spTree>
    <p:extLst>
      <p:ext uri="{BB962C8B-B14F-4D97-AF65-F5344CB8AC3E}">
        <p14:creationId xmlns:p14="http://schemas.microsoft.com/office/powerpoint/2010/main" val="305931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95FADC6-B0D9-A0B7-8E42-D98A33E2CE2A}"/>
              </a:ext>
            </a:extLst>
          </p:cNvPr>
          <p:cNvSpPr>
            <a:spLocks noGrp="1"/>
          </p:cNvSpPr>
          <p:nvPr>
            <p:ph type="title"/>
          </p:nvPr>
        </p:nvSpPr>
        <p:spPr/>
        <p:txBody>
          <a:bodyPr/>
          <a:lstStyle/>
          <a:p>
            <a:r>
              <a:rPr lang="en-GB" dirty="0"/>
              <a:t>Conclusions</a:t>
            </a:r>
            <a:endParaRPr lang="sq-AL" dirty="0"/>
          </a:p>
        </p:txBody>
      </p:sp>
      <p:sp>
        <p:nvSpPr>
          <p:cNvPr id="7" name="Text Placeholder 6">
            <a:extLst>
              <a:ext uri="{FF2B5EF4-FFF2-40B4-BE49-F238E27FC236}">
                <a16:creationId xmlns:a16="http://schemas.microsoft.com/office/drawing/2014/main" id="{6BE945A9-8524-149C-F650-662B85C05A02}"/>
              </a:ext>
            </a:extLst>
          </p:cNvPr>
          <p:cNvSpPr>
            <a:spLocks noGrp="1"/>
          </p:cNvSpPr>
          <p:nvPr>
            <p:ph type="body" sz="quarter" idx="17"/>
          </p:nvPr>
        </p:nvSpPr>
        <p:spPr>
          <a:xfrm>
            <a:off x="558467" y="2070346"/>
            <a:ext cx="3332818" cy="1058772"/>
          </a:xfrm>
        </p:spPr>
        <p:txBody>
          <a:bodyPr>
            <a:normAutofit/>
          </a:bodyPr>
          <a:lstStyle/>
          <a:p>
            <a:r>
              <a:rPr lang="sq-AL" sz="2400" dirty="0"/>
              <a:t>Project Outcome </a:t>
            </a:r>
          </a:p>
        </p:txBody>
      </p:sp>
      <p:sp>
        <p:nvSpPr>
          <p:cNvPr id="9" name="Text Placeholder 8">
            <a:extLst>
              <a:ext uri="{FF2B5EF4-FFF2-40B4-BE49-F238E27FC236}">
                <a16:creationId xmlns:a16="http://schemas.microsoft.com/office/drawing/2014/main" id="{D514EE14-A42D-F745-163E-EC5EC63B3A21}"/>
              </a:ext>
            </a:extLst>
          </p:cNvPr>
          <p:cNvSpPr>
            <a:spLocks noGrp="1"/>
          </p:cNvSpPr>
          <p:nvPr>
            <p:ph type="body" sz="quarter" idx="28"/>
          </p:nvPr>
        </p:nvSpPr>
        <p:spPr>
          <a:xfrm>
            <a:off x="4216067" y="2070346"/>
            <a:ext cx="3332818" cy="1058772"/>
          </a:xfrm>
        </p:spPr>
        <p:txBody>
          <a:bodyPr>
            <a:normAutofit/>
          </a:bodyPr>
          <a:lstStyle/>
          <a:p>
            <a:r>
              <a:rPr lang="sq-AL" sz="2400" dirty="0"/>
              <a:t>Future Work </a:t>
            </a:r>
          </a:p>
        </p:txBody>
      </p:sp>
      <p:sp>
        <p:nvSpPr>
          <p:cNvPr id="11" name="Text Placeholder 10">
            <a:extLst>
              <a:ext uri="{FF2B5EF4-FFF2-40B4-BE49-F238E27FC236}">
                <a16:creationId xmlns:a16="http://schemas.microsoft.com/office/drawing/2014/main" id="{2A7C2CC2-6988-EA28-193F-1953BAD202A6}"/>
              </a:ext>
            </a:extLst>
          </p:cNvPr>
          <p:cNvSpPr>
            <a:spLocks noGrp="1"/>
          </p:cNvSpPr>
          <p:nvPr>
            <p:ph type="body" sz="quarter" idx="30"/>
          </p:nvPr>
        </p:nvSpPr>
        <p:spPr>
          <a:xfrm>
            <a:off x="4461057" y="3377830"/>
            <a:ext cx="3087828" cy="1643798"/>
          </a:xfrm>
        </p:spPr>
        <p:txBody>
          <a:bodyPr/>
          <a:lstStyle/>
          <a:p>
            <a:r>
              <a:rPr lang="en-GB" sz="1600" b="1" dirty="0"/>
              <a:t>Higher Resolution</a:t>
            </a:r>
          </a:p>
          <a:p>
            <a:r>
              <a:rPr lang="en-GB" sz="1600" dirty="0"/>
              <a:t>224×224 training</a:t>
            </a:r>
          </a:p>
          <a:p>
            <a:r>
              <a:rPr lang="en-GB" sz="1600" b="1" dirty="0"/>
              <a:t>Advanced Augmentation</a:t>
            </a:r>
          </a:p>
          <a:p>
            <a:r>
              <a:rPr lang="en-GB" sz="1600" dirty="0"/>
              <a:t>Better generalization</a:t>
            </a:r>
          </a:p>
          <a:p>
            <a:r>
              <a:rPr lang="en-GB" sz="1600" b="1" dirty="0"/>
              <a:t>Improved Decoder</a:t>
            </a:r>
          </a:p>
          <a:p>
            <a:r>
              <a:rPr lang="en-GB" sz="1600" dirty="0"/>
              <a:t>Sharper object boundaries</a:t>
            </a:r>
          </a:p>
          <a:p>
            <a:endParaRPr lang="sq-AL" sz="1600" dirty="0"/>
          </a:p>
        </p:txBody>
      </p:sp>
      <p:sp>
        <p:nvSpPr>
          <p:cNvPr id="12" name="Text Placeholder 11">
            <a:extLst>
              <a:ext uri="{FF2B5EF4-FFF2-40B4-BE49-F238E27FC236}">
                <a16:creationId xmlns:a16="http://schemas.microsoft.com/office/drawing/2014/main" id="{1F346346-AD13-8F96-3538-F91904F04908}"/>
              </a:ext>
            </a:extLst>
          </p:cNvPr>
          <p:cNvSpPr>
            <a:spLocks noGrp="1"/>
          </p:cNvSpPr>
          <p:nvPr>
            <p:ph type="body" sz="quarter" idx="31"/>
          </p:nvPr>
        </p:nvSpPr>
        <p:spPr>
          <a:xfrm>
            <a:off x="707570" y="3377830"/>
            <a:ext cx="3191603" cy="1643798"/>
          </a:xfrm>
        </p:spPr>
        <p:txBody>
          <a:bodyPr/>
          <a:lstStyle/>
          <a:p>
            <a:r>
              <a:rPr lang="en-GB" sz="1600" b="1" dirty="0"/>
              <a:t>Complete SOD Pipeline</a:t>
            </a:r>
          </a:p>
          <a:p>
            <a:r>
              <a:rPr lang="en-GB" sz="1600" dirty="0"/>
              <a:t>Built fully in </a:t>
            </a:r>
            <a:r>
              <a:rPr lang="en-GB" sz="1600" dirty="0" err="1"/>
              <a:t>PyTorch</a:t>
            </a:r>
            <a:endParaRPr lang="en-GB" sz="1600" dirty="0"/>
          </a:p>
          <a:p>
            <a:r>
              <a:rPr lang="en-GB" sz="1600" b="1" dirty="0"/>
              <a:t>Improved Segmentation</a:t>
            </a:r>
          </a:p>
          <a:p>
            <a:r>
              <a:rPr lang="en-GB" sz="1600" dirty="0"/>
              <a:t>Higher </a:t>
            </a:r>
            <a:r>
              <a:rPr lang="en-GB" sz="1600" dirty="0" err="1"/>
              <a:t>IoU</a:t>
            </a:r>
            <a:r>
              <a:rPr lang="en-GB" sz="1600" dirty="0"/>
              <a:t> and F1-score</a:t>
            </a:r>
          </a:p>
          <a:p>
            <a:r>
              <a:rPr lang="en-GB" sz="1600" b="1" dirty="0"/>
              <a:t>From-Scratch Architecture</a:t>
            </a:r>
          </a:p>
          <a:p>
            <a:r>
              <a:rPr lang="en-GB" sz="1600" dirty="0"/>
              <a:t>Encoder–decoder CNN</a:t>
            </a:r>
          </a:p>
          <a:p>
            <a:endParaRPr lang="sq-AL" sz="1600" dirty="0"/>
          </a:p>
        </p:txBody>
      </p:sp>
      <p:sp>
        <p:nvSpPr>
          <p:cNvPr id="15" name="TextBox 14">
            <a:extLst>
              <a:ext uri="{FF2B5EF4-FFF2-40B4-BE49-F238E27FC236}">
                <a16:creationId xmlns:a16="http://schemas.microsoft.com/office/drawing/2014/main" id="{56947062-7A66-E4FD-8FA3-49C748721A31}"/>
              </a:ext>
            </a:extLst>
          </p:cNvPr>
          <p:cNvSpPr txBox="1"/>
          <p:nvPr/>
        </p:nvSpPr>
        <p:spPr>
          <a:xfrm>
            <a:off x="8044069" y="5567257"/>
            <a:ext cx="3755571" cy="523220"/>
          </a:xfrm>
          <a:prstGeom prst="rect">
            <a:avLst/>
          </a:prstGeom>
          <a:noFill/>
        </p:spPr>
        <p:txBody>
          <a:bodyPr wrap="square" rtlCol="0">
            <a:spAutoFit/>
          </a:bodyPr>
          <a:lstStyle/>
          <a:p>
            <a:r>
              <a:rPr lang="en-GB" i="1" dirty="0">
                <a:solidFill>
                  <a:schemeClr val="bg1"/>
                </a:solidFill>
              </a:rPr>
              <a:t>Figure 2. Example model prediction and saliency mask visualization.</a:t>
            </a:r>
            <a:endParaRPr lang="sq-AL" i="1" dirty="0">
              <a:solidFill>
                <a:schemeClr val="bg1"/>
              </a:solidFill>
            </a:endParaRPr>
          </a:p>
        </p:txBody>
      </p:sp>
      <p:pic>
        <p:nvPicPr>
          <p:cNvPr id="17" name="Picture 16">
            <a:extLst>
              <a:ext uri="{FF2B5EF4-FFF2-40B4-BE49-F238E27FC236}">
                <a16:creationId xmlns:a16="http://schemas.microsoft.com/office/drawing/2014/main" id="{28DAB9F9-81C8-C580-3C0A-9661849AD25B}"/>
              </a:ext>
            </a:extLst>
          </p:cNvPr>
          <p:cNvPicPr>
            <a:picLocks noChangeAspect="1"/>
          </p:cNvPicPr>
          <p:nvPr/>
        </p:nvPicPr>
        <p:blipFill>
          <a:blip r:embed="rId2"/>
          <a:stretch>
            <a:fillRect/>
          </a:stretch>
        </p:blipFill>
        <p:spPr>
          <a:xfrm>
            <a:off x="7953253" y="1746198"/>
            <a:ext cx="3680280" cy="3727767"/>
          </a:xfrm>
          <a:prstGeom prst="rect">
            <a:avLst/>
          </a:prstGeom>
        </p:spPr>
      </p:pic>
    </p:spTree>
    <p:extLst>
      <p:ext uri="{BB962C8B-B14F-4D97-AF65-F5344CB8AC3E}">
        <p14:creationId xmlns:p14="http://schemas.microsoft.com/office/powerpoint/2010/main" val="26195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E7B5-1176-CA64-F5ED-F4E37D6DAAC5}"/>
            </a:ext>
          </a:extLst>
        </p:cNvPr>
        <p:cNvGrpSpPr/>
        <p:nvPr/>
      </p:nvGrpSpPr>
      <p:grpSpPr>
        <a:xfrm>
          <a:off x="0" y="0"/>
          <a:ext cx="0" cy="0"/>
          <a:chOff x="0" y="0"/>
          <a:chExt cx="0" cy="0"/>
        </a:xfrm>
      </p:grpSpPr>
      <p:pic>
        <p:nvPicPr>
          <p:cNvPr id="18" name="Picture Placeholder 17" descr="A aerial view of trees with different colored leaves&#10;&#10;Description automatically generated">
            <a:extLst>
              <a:ext uri="{FF2B5EF4-FFF2-40B4-BE49-F238E27FC236}">
                <a16:creationId xmlns:a16="http://schemas.microsoft.com/office/drawing/2014/main" id="{671A91C2-F437-79FD-77D7-6065F0186AE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7" r="7"/>
          <a:stretch/>
        </p:blipFill>
        <p:spPr/>
      </p:pic>
      <p:sp>
        <p:nvSpPr>
          <p:cNvPr id="2" name="Title 1">
            <a:extLst>
              <a:ext uri="{FF2B5EF4-FFF2-40B4-BE49-F238E27FC236}">
                <a16:creationId xmlns:a16="http://schemas.microsoft.com/office/drawing/2014/main" id="{585EDFA2-5668-C086-26F8-81E0895112F3}"/>
              </a:ext>
            </a:extLst>
          </p:cNvPr>
          <p:cNvSpPr>
            <a:spLocks noGrp="1"/>
          </p:cNvSpPr>
          <p:nvPr>
            <p:ph type="title"/>
          </p:nvPr>
        </p:nvSpPr>
        <p:spPr/>
        <p:txBody>
          <a:bodyPr/>
          <a:lstStyle/>
          <a:p>
            <a:r>
              <a:rPr lang="en-GB" dirty="0"/>
              <a:t>Thank you</a:t>
            </a:r>
          </a:p>
        </p:txBody>
      </p:sp>
      <p:pic>
        <p:nvPicPr>
          <p:cNvPr id="6" name="Picture 5" descr="A logo with white text&#10;&#10;Description automatically generated">
            <a:extLst>
              <a:ext uri="{FF2B5EF4-FFF2-40B4-BE49-F238E27FC236}">
                <a16:creationId xmlns:a16="http://schemas.microsoft.com/office/drawing/2014/main" id="{26AAF6AE-535E-DC07-6B69-B1777F48CE4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
        <p:nvSpPr>
          <p:cNvPr id="3" name="Google Shape;22;p26">
            <a:extLst>
              <a:ext uri="{FF2B5EF4-FFF2-40B4-BE49-F238E27FC236}">
                <a16:creationId xmlns:a16="http://schemas.microsoft.com/office/drawing/2014/main" id="{ADB1E435-560A-D344-9606-43A1A8F620DE}"/>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1793008536"/>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72e849b-fc60-49fc-88ef-6f6a3a7352cc" xsi:nil="true"/>
    <lcf76f155ced4ddcb4097134ff3c332f xmlns="24efd74e-70fc-4ae7-9af1-193f4b512e3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76F38C3A604F448DC00A667CF5567C" ma:contentTypeVersion="18" ma:contentTypeDescription="Create a new document." ma:contentTypeScope="" ma:versionID="a366ae83c922f961ee1a2ff11501752e">
  <xsd:schema xmlns:xsd="http://www.w3.org/2001/XMLSchema" xmlns:xs="http://www.w3.org/2001/XMLSchema" xmlns:p="http://schemas.microsoft.com/office/2006/metadata/properties" xmlns:ns2="24efd74e-70fc-4ae7-9af1-193f4b512e31" xmlns:ns3="bd251cb2-1da6-4860-af86-f9dc13914816" xmlns:ns4="372e849b-fc60-49fc-88ef-6f6a3a7352cc" targetNamespace="http://schemas.microsoft.com/office/2006/metadata/properties" ma:root="true" ma:fieldsID="3961dd6af6b1ea07efe4b179702e266d" ns2:_="" ns3:_="" ns4:_="">
    <xsd:import namespace="24efd74e-70fc-4ae7-9af1-193f4b512e31"/>
    <xsd:import namespace="bd251cb2-1da6-4860-af86-f9dc13914816"/>
    <xsd:import namespace="372e849b-fc60-49fc-88ef-6f6a3a7352c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efd74e-70fc-4ae7-9af1-193f4b512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c962de5-690c-40f6-9925-46ff4f3fc1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251cb2-1da6-4860-af86-f9dc1391481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5d3c573b-1548-4a47-afd1-41f442222deb}" ma:internalName="TaxCatchAll" ma:showField="CatchAllData" ma:web="bd251cb2-1da6-4860-af86-f9dc139148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19FF71-DE7A-4B4B-BB18-934F4FB0C56A}">
  <ds:schemaRefs>
    <ds:schemaRef ds:uri="http://schemas.microsoft.com/sharepoint/v3/contenttype/forms"/>
  </ds:schemaRefs>
</ds:datastoreItem>
</file>

<file path=customXml/itemProps2.xml><?xml version="1.0" encoding="utf-8"?>
<ds:datastoreItem xmlns:ds="http://schemas.openxmlformats.org/officeDocument/2006/customXml" ds:itemID="{AC7FB29C-10F2-4698-AA4E-399E5AC39323}">
  <ds:schemaRef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372e849b-fc60-49fc-88ef-6f6a3a7352cc"/>
    <ds:schemaRef ds:uri="http://schemas.microsoft.com/office/2006/metadata/properties"/>
    <ds:schemaRef ds:uri="bd251cb2-1da6-4860-af86-f9dc13914816"/>
    <ds:schemaRef ds:uri="24efd74e-70fc-4ae7-9af1-193f4b512e31"/>
    <ds:schemaRef ds:uri="http://purl.org/dc/terms/"/>
  </ds:schemaRefs>
</ds:datastoreItem>
</file>

<file path=customXml/itemProps3.xml><?xml version="1.0" encoding="utf-8"?>
<ds:datastoreItem xmlns:ds="http://schemas.openxmlformats.org/officeDocument/2006/customXml" ds:itemID="{722650FF-3009-43F2-B746-4876D3CEBC5A}">
  <ds:schemaRefs>
    <ds:schemaRef ds:uri="24efd74e-70fc-4ae7-9af1-193f4b512e31"/>
    <ds:schemaRef ds:uri="372e849b-fc60-49fc-88ef-6f6a3a7352cc"/>
    <ds:schemaRef ds:uri="bd251cb2-1da6-4860-af86-f9dc13914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196</Words>
  <Application>Microsoft Office PowerPoint</Application>
  <PresentationFormat>Widescreen</PresentationFormat>
  <Paragraphs>63</Paragraphs>
  <Slides>7</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7</vt:i4>
      </vt:variant>
    </vt:vector>
  </HeadingPairs>
  <TitlesOfParts>
    <vt:vector size="15" baseType="lpstr">
      <vt:lpstr>Aptos</vt:lpstr>
      <vt:lpstr>Arial</vt:lpstr>
      <vt:lpstr>Calibri</vt:lpstr>
      <vt:lpstr>Funnel Sans</vt:lpstr>
      <vt:lpstr>Grandview Display</vt:lpstr>
      <vt:lpstr>DashVTI</vt:lpstr>
      <vt:lpstr>Custom Design</vt:lpstr>
      <vt:lpstr>1_Custom Design</vt:lpstr>
      <vt:lpstr>End-to-End Salient Object Detection</vt:lpstr>
      <vt:lpstr>Agenda </vt:lpstr>
      <vt:lpstr>Project Overview </vt:lpstr>
      <vt:lpstr>CNN Encoder–Decoder Architecture</vt:lpstr>
      <vt:lpstr>Results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Cooper</dc:creator>
  <cp:lastModifiedBy>Florjete Kuka</cp:lastModifiedBy>
  <cp:revision>18</cp:revision>
  <cp:lastPrinted>2024-12-13T12:20:15Z</cp:lastPrinted>
  <dcterms:created xsi:type="dcterms:W3CDTF">2024-12-13T08:30:06Z</dcterms:created>
  <dcterms:modified xsi:type="dcterms:W3CDTF">2026-05-08T20:40:09Z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0x010100CC76F38C3A604F448DC00A667CF5567C</vt:lpwstr>
  </property>
</Properties>
</file>